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4" r:id="rId4"/>
    <p:sldMasterId id="214748370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Barlow ExtraLight"/>
      <p:regular r:id="rId17"/>
      <p:bold r:id="rId18"/>
      <p:italic r:id="rId19"/>
      <p:boldItalic r:id="rId20"/>
    </p:embeddedFont>
    <p:embeddedFont>
      <p:font typeface="Hepta Slab Medium"/>
      <p:regular r:id="rId21"/>
      <p:bold r:id="rId22"/>
    </p:embeddedFont>
    <p:embeddedFont>
      <p:font typeface="Hepta Slab Light"/>
      <p:regular r:id="rId23"/>
      <p:bold r:id="rId24"/>
    </p:embeddedFont>
    <p:embeddedFont>
      <p:font typeface="Hepta Slab"/>
      <p:regular r:id="rId25"/>
      <p:bold r:id="rId26"/>
    </p:embeddedFont>
    <p:embeddedFont>
      <p:font typeface="Barlow Medium"/>
      <p:regular r:id="rId27"/>
      <p:bold r:id="rId28"/>
      <p:italic r:id="rId29"/>
      <p:boldItalic r:id="rId30"/>
    </p:embeddedFont>
    <p:embeddedFont>
      <p:font typeface="Roboto Mono"/>
      <p:regular r:id="rId31"/>
      <p:bold r:id="rId32"/>
      <p:italic r:id="rId33"/>
      <p:boldItalic r:id="rId34"/>
    </p:embeddedFont>
    <p:embeddedFont>
      <p:font typeface="Barlow Light"/>
      <p:regular r:id="rId35"/>
      <p:bold r:id="rId36"/>
      <p:italic r:id="rId37"/>
      <p:boldItalic r:id="rId38"/>
    </p:embeddedFont>
    <p:embeddedFont>
      <p:font typeface="Barlow"/>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arlow-bold.fntdata"/><Relationship Id="rId20" Type="http://schemas.openxmlformats.org/officeDocument/2006/relationships/font" Target="fonts/BarlowExtraLight-boldItalic.fntdata"/><Relationship Id="rId42" Type="http://schemas.openxmlformats.org/officeDocument/2006/relationships/font" Target="fonts/Barlow-boldItalic.fntdata"/><Relationship Id="rId41" Type="http://schemas.openxmlformats.org/officeDocument/2006/relationships/font" Target="fonts/Barlow-italic.fntdata"/><Relationship Id="rId22" Type="http://schemas.openxmlformats.org/officeDocument/2006/relationships/font" Target="fonts/HeptaSlabMedium-bold.fntdata"/><Relationship Id="rId21" Type="http://schemas.openxmlformats.org/officeDocument/2006/relationships/font" Target="fonts/HeptaSlabMedium-regular.fntdata"/><Relationship Id="rId24" Type="http://schemas.openxmlformats.org/officeDocument/2006/relationships/font" Target="fonts/HeptaSlabLight-bold.fntdata"/><Relationship Id="rId23" Type="http://schemas.openxmlformats.org/officeDocument/2006/relationships/font" Target="fonts/HeptaSlabLigh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HeptaSlab-bold.fntdata"/><Relationship Id="rId25" Type="http://schemas.openxmlformats.org/officeDocument/2006/relationships/font" Target="fonts/HeptaSlab-regular.fntdata"/><Relationship Id="rId28" Type="http://schemas.openxmlformats.org/officeDocument/2006/relationships/font" Target="fonts/BarlowMedium-bold.fntdata"/><Relationship Id="rId27" Type="http://schemas.openxmlformats.org/officeDocument/2006/relationships/font" Target="fonts/BarlowMedium-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BarlowMedium-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ono-regular.fntdata"/><Relationship Id="rId30" Type="http://schemas.openxmlformats.org/officeDocument/2006/relationships/font" Target="fonts/BarlowMedium-boldItalic.fntdata"/><Relationship Id="rId11" Type="http://schemas.openxmlformats.org/officeDocument/2006/relationships/slide" Target="slides/slide5.xml"/><Relationship Id="rId33" Type="http://schemas.openxmlformats.org/officeDocument/2006/relationships/font" Target="fonts/RobotoMono-italic.fntdata"/><Relationship Id="rId10" Type="http://schemas.openxmlformats.org/officeDocument/2006/relationships/slide" Target="slides/slide4.xml"/><Relationship Id="rId32" Type="http://schemas.openxmlformats.org/officeDocument/2006/relationships/font" Target="fonts/RobotoMono-bold.fntdata"/><Relationship Id="rId13" Type="http://schemas.openxmlformats.org/officeDocument/2006/relationships/slide" Target="slides/slide7.xml"/><Relationship Id="rId35" Type="http://schemas.openxmlformats.org/officeDocument/2006/relationships/font" Target="fonts/BarlowLight-regular.fntdata"/><Relationship Id="rId12" Type="http://schemas.openxmlformats.org/officeDocument/2006/relationships/slide" Target="slides/slide6.xml"/><Relationship Id="rId34" Type="http://schemas.openxmlformats.org/officeDocument/2006/relationships/font" Target="fonts/RobotoMono-boldItalic.fntdata"/><Relationship Id="rId15" Type="http://schemas.openxmlformats.org/officeDocument/2006/relationships/slide" Target="slides/slide9.xml"/><Relationship Id="rId37" Type="http://schemas.openxmlformats.org/officeDocument/2006/relationships/font" Target="fonts/BarlowLight-italic.fntdata"/><Relationship Id="rId14" Type="http://schemas.openxmlformats.org/officeDocument/2006/relationships/slide" Target="slides/slide8.xml"/><Relationship Id="rId36" Type="http://schemas.openxmlformats.org/officeDocument/2006/relationships/font" Target="fonts/BarlowLight-bold.fntdata"/><Relationship Id="rId17" Type="http://schemas.openxmlformats.org/officeDocument/2006/relationships/font" Target="fonts/BarlowExtraLight-regular.fntdata"/><Relationship Id="rId39" Type="http://schemas.openxmlformats.org/officeDocument/2006/relationships/font" Target="fonts/Barlow-regular.fntdata"/><Relationship Id="rId16" Type="http://schemas.openxmlformats.org/officeDocument/2006/relationships/slide" Target="slides/slide10.xml"/><Relationship Id="rId38" Type="http://schemas.openxmlformats.org/officeDocument/2006/relationships/font" Target="fonts/BarlowLight-boldItalic.fntdata"/><Relationship Id="rId19" Type="http://schemas.openxmlformats.org/officeDocument/2006/relationships/font" Target="fonts/BarlowExtraLight-italic.fntdata"/><Relationship Id="rId18" Type="http://schemas.openxmlformats.org/officeDocument/2006/relationships/font" Target="fonts/BarlowExtra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45177b3086_0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45177b3086_0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45177b3086_2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45177b3086_2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45177b3086_2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45177b3086_2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63e0c763c9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63e0c763c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63e0c763c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63e0c763c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45177b3086_2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45177b3086_2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63e0c763c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63e0c763c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45177b3086_2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45177b3086_2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63e0c763c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63e0c763c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45177b3086_2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45177b3086_2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23850" lvl="0" marL="457200">
              <a:spcBef>
                <a:spcPts val="0"/>
              </a:spcBef>
              <a:spcAft>
                <a:spcPts val="0"/>
              </a:spcAft>
              <a:buClr>
                <a:schemeClr val="lt1"/>
              </a:buClr>
              <a:buSzPts val="15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1150" lvl="2" marL="1371600">
              <a:spcBef>
                <a:spcPts val="0"/>
              </a:spcBef>
              <a:spcAft>
                <a:spcPts val="0"/>
              </a:spcAft>
              <a:buClr>
                <a:schemeClr val="lt1"/>
              </a:buClr>
              <a:buSzPts val="13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85750" lvl="6" marL="3200400">
              <a:spcBef>
                <a:spcPts val="0"/>
              </a:spcBef>
              <a:spcAft>
                <a:spcPts val="0"/>
              </a:spcAft>
              <a:buClr>
                <a:schemeClr val="lt1"/>
              </a:buClr>
              <a:buSzPts val="9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3050" lvl="8" marL="4114800">
              <a:spcBef>
                <a:spcPts val="0"/>
              </a:spcBef>
              <a:spcAft>
                <a:spcPts val="0"/>
              </a:spcAft>
              <a:buClr>
                <a:schemeClr val="lt1"/>
              </a:buClr>
              <a:buSzPts val="700"/>
              <a:buChar char="■"/>
              <a:defRPr>
                <a:solidFill>
                  <a:schemeClr val="lt1"/>
                </a:solidFill>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5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23850" lvl="0" marL="457200" algn="ctr">
              <a:spcBef>
                <a:spcPts val="0"/>
              </a:spcBef>
              <a:spcAft>
                <a:spcPts val="0"/>
              </a:spcAft>
              <a:buSzPts val="1500"/>
              <a:buChar char="●"/>
              <a:defRPr/>
            </a:lvl1pPr>
            <a:lvl2pPr indent="-317500" lvl="1" marL="914400" algn="ctr">
              <a:spcBef>
                <a:spcPts val="0"/>
              </a:spcBef>
              <a:spcAft>
                <a:spcPts val="0"/>
              </a:spcAft>
              <a:buSzPts val="14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298450" lvl="4" marL="2286000" algn="ctr">
              <a:spcBef>
                <a:spcPts val="0"/>
              </a:spcBef>
              <a:spcAft>
                <a:spcPts val="0"/>
              </a:spcAft>
              <a:buSzPts val="1100"/>
              <a:buChar char="○"/>
              <a:defRPr/>
            </a:lvl5pPr>
            <a:lvl6pPr indent="-292100" lvl="5" marL="2743200" algn="ctr">
              <a:spcBef>
                <a:spcPts val="0"/>
              </a:spcBef>
              <a:spcAft>
                <a:spcPts val="0"/>
              </a:spcAft>
              <a:buSzPts val="1000"/>
              <a:buChar char="■"/>
              <a:defRPr/>
            </a:lvl6pPr>
            <a:lvl7pPr indent="-285750" lvl="6" marL="3200400" algn="ctr">
              <a:spcBef>
                <a:spcPts val="0"/>
              </a:spcBef>
              <a:spcAft>
                <a:spcPts val="0"/>
              </a:spcAft>
              <a:buSzPts val="900"/>
              <a:buChar char="●"/>
              <a:defRPr/>
            </a:lvl7pPr>
            <a:lvl8pPr indent="-279400" lvl="7" marL="3657600" algn="ctr">
              <a:spcBef>
                <a:spcPts val="0"/>
              </a:spcBef>
              <a:spcAft>
                <a:spcPts val="0"/>
              </a:spcAft>
              <a:buSzPts val="800"/>
              <a:buChar char="○"/>
              <a:defRPr/>
            </a:lvl8pPr>
            <a:lvl9pPr indent="-273050" lvl="8" marL="4114800" algn="ctr">
              <a:spcBef>
                <a:spcPts val="0"/>
              </a:spcBef>
              <a:spcAft>
                <a:spcPts val="0"/>
              </a:spcAft>
              <a:buSzPts val="7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2">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5" name="Shape 95"/>
        <p:cNvGrpSpPr/>
        <p:nvPr/>
      </p:nvGrpSpPr>
      <p:grpSpPr>
        <a:xfrm>
          <a:off x="0" y="0"/>
          <a:ext cx="0" cy="0"/>
          <a:chOff x="0" y="0"/>
          <a:chExt cx="0" cy="0"/>
        </a:xfrm>
      </p:grpSpPr>
      <p:sp>
        <p:nvSpPr>
          <p:cNvPr id="96" name="Google Shape;96;p25"/>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2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8" name="Google Shape;98;p2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9" name="Google Shape;99;p2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0" name="Google Shape;100;p2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1" name="Google Shape;101;p2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2" name="Google Shape;102;p2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3" name="Google Shape;103;p2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26"/>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07" name="Google Shape;107;p26"/>
          <p:cNvSpPr/>
          <p:nvPr>
            <p:ph idx="2" type="pic"/>
          </p:nvPr>
        </p:nvSpPr>
        <p:spPr>
          <a:xfrm>
            <a:off x="4992024" y="1152775"/>
            <a:ext cx="3840300" cy="3416400"/>
          </a:xfrm>
          <a:prstGeom prst="rect">
            <a:avLst/>
          </a:prstGeom>
          <a:noFill/>
          <a:ln>
            <a:noFill/>
          </a:ln>
        </p:spPr>
      </p:sp>
      <p:sp>
        <p:nvSpPr>
          <p:cNvPr id="108" name="Google Shape;108;p2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109" name="Shape 109"/>
        <p:cNvGrpSpPr/>
        <p:nvPr/>
      </p:nvGrpSpPr>
      <p:grpSpPr>
        <a:xfrm>
          <a:off x="0" y="0"/>
          <a:ext cx="0" cy="0"/>
          <a:chOff x="0" y="0"/>
          <a:chExt cx="0" cy="0"/>
        </a:xfrm>
      </p:grpSpPr>
      <p:sp>
        <p:nvSpPr>
          <p:cNvPr id="110" name="Google Shape;110;p2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2" name="Google Shape;112;p27"/>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13" name="Google Shape;113;p2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14" name="Google Shape;114;p2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5" name="Google Shape;115;p2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6" name="Shape 116"/>
        <p:cNvGrpSpPr/>
        <p:nvPr/>
      </p:nvGrpSpPr>
      <p:grpSpPr>
        <a:xfrm>
          <a:off x="0" y="0"/>
          <a:ext cx="0" cy="0"/>
          <a:chOff x="0" y="0"/>
          <a:chExt cx="0" cy="0"/>
        </a:xfrm>
      </p:grpSpPr>
      <p:sp>
        <p:nvSpPr>
          <p:cNvPr id="117" name="Google Shape;117;p2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8"/>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19" name="Google Shape;119;p2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20" name="Google Shape;120;p28"/>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21" name="Google Shape;121;p2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2" name="Google Shape;122;p28"/>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3" name="Google Shape;123;p28"/>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4" name="Google Shape;124;p28"/>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25" name="Shape 125"/>
        <p:cNvGrpSpPr/>
        <p:nvPr/>
      </p:nvGrpSpPr>
      <p:grpSpPr>
        <a:xfrm>
          <a:off x="0" y="0"/>
          <a:ext cx="0" cy="0"/>
          <a:chOff x="0" y="0"/>
          <a:chExt cx="0" cy="0"/>
        </a:xfrm>
      </p:grpSpPr>
      <p:sp>
        <p:nvSpPr>
          <p:cNvPr id="126" name="Google Shape;126;p2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29"/>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28" name="Google Shape;128;p2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29" name="Google Shape;129;p2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30" name="Google Shape;130;p2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31" name="Google Shape;131;p2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2" name="Google Shape;132;p2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3" name="Google Shape;133;p2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4" name="Google Shape;134;p2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5" name="Google Shape;135;p2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36" name="Shape 136"/>
        <p:cNvGrpSpPr/>
        <p:nvPr/>
      </p:nvGrpSpPr>
      <p:grpSpPr>
        <a:xfrm>
          <a:off x="0" y="0"/>
          <a:ext cx="0" cy="0"/>
          <a:chOff x="0" y="0"/>
          <a:chExt cx="0" cy="0"/>
        </a:xfrm>
      </p:grpSpPr>
      <p:sp>
        <p:nvSpPr>
          <p:cNvPr id="137" name="Google Shape;137;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3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40" name="Shape 140"/>
        <p:cNvGrpSpPr/>
        <p:nvPr/>
      </p:nvGrpSpPr>
      <p:grpSpPr>
        <a:xfrm>
          <a:off x="0" y="0"/>
          <a:ext cx="0" cy="0"/>
          <a:chOff x="0" y="0"/>
          <a:chExt cx="0" cy="0"/>
        </a:xfrm>
      </p:grpSpPr>
      <p:sp>
        <p:nvSpPr>
          <p:cNvPr id="141" name="Google Shape;141;p31"/>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2" name="Google Shape;142;p31"/>
          <p:cNvSpPr/>
          <p:nvPr>
            <p:ph idx="2" type="pic"/>
          </p:nvPr>
        </p:nvSpPr>
        <p:spPr>
          <a:xfrm>
            <a:off x="4804825" y="1133300"/>
            <a:ext cx="4027500" cy="2392800"/>
          </a:xfrm>
          <a:prstGeom prst="rect">
            <a:avLst/>
          </a:prstGeom>
          <a:noFill/>
          <a:ln>
            <a:noFill/>
          </a:ln>
        </p:spPr>
      </p:sp>
      <p:sp>
        <p:nvSpPr>
          <p:cNvPr id="143" name="Google Shape;143;p31"/>
          <p:cNvSpPr/>
          <p:nvPr>
            <p:ph idx="3" type="pic"/>
          </p:nvPr>
        </p:nvSpPr>
        <p:spPr>
          <a:xfrm>
            <a:off x="311725" y="1133300"/>
            <a:ext cx="4027500" cy="2392800"/>
          </a:xfrm>
          <a:prstGeom prst="rect">
            <a:avLst/>
          </a:prstGeom>
          <a:noFill/>
          <a:ln>
            <a:noFill/>
          </a:ln>
        </p:spPr>
      </p:sp>
      <p:sp>
        <p:nvSpPr>
          <p:cNvPr id="144" name="Google Shape;144;p3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5" name="Google Shape;145;p3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3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48" name="Google Shape;148;p3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49" name="Shape 149"/>
        <p:cNvGrpSpPr/>
        <p:nvPr/>
      </p:nvGrpSpPr>
      <p:grpSpPr>
        <a:xfrm>
          <a:off x="0" y="0"/>
          <a:ext cx="0" cy="0"/>
          <a:chOff x="0" y="0"/>
          <a:chExt cx="0" cy="0"/>
        </a:xfrm>
      </p:grpSpPr>
      <p:sp>
        <p:nvSpPr>
          <p:cNvPr id="150" name="Google Shape;150;p32"/>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1" name="Google Shape;151;p32"/>
          <p:cNvSpPr/>
          <p:nvPr>
            <p:ph idx="2" type="pic"/>
          </p:nvPr>
        </p:nvSpPr>
        <p:spPr>
          <a:xfrm>
            <a:off x="6205225" y="1128325"/>
            <a:ext cx="2627100" cy="2273100"/>
          </a:xfrm>
          <a:prstGeom prst="rect">
            <a:avLst/>
          </a:prstGeom>
          <a:noFill/>
          <a:ln>
            <a:noFill/>
          </a:ln>
        </p:spPr>
      </p:sp>
      <p:sp>
        <p:nvSpPr>
          <p:cNvPr id="152" name="Google Shape;152;p32"/>
          <p:cNvSpPr/>
          <p:nvPr>
            <p:ph idx="3" type="pic"/>
          </p:nvPr>
        </p:nvSpPr>
        <p:spPr>
          <a:xfrm>
            <a:off x="311725" y="1128325"/>
            <a:ext cx="2627100" cy="2273100"/>
          </a:xfrm>
          <a:prstGeom prst="rect">
            <a:avLst/>
          </a:prstGeom>
          <a:noFill/>
          <a:ln>
            <a:noFill/>
          </a:ln>
        </p:spPr>
      </p:sp>
      <p:sp>
        <p:nvSpPr>
          <p:cNvPr id="153" name="Google Shape;153;p3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4" name="Google Shape;154;p32"/>
          <p:cNvSpPr/>
          <p:nvPr>
            <p:ph idx="5" type="pic"/>
          </p:nvPr>
        </p:nvSpPr>
        <p:spPr>
          <a:xfrm>
            <a:off x="3255250" y="1128325"/>
            <a:ext cx="2627100" cy="2273100"/>
          </a:xfrm>
          <a:prstGeom prst="rect">
            <a:avLst/>
          </a:prstGeom>
          <a:noFill/>
          <a:ln>
            <a:noFill/>
          </a:ln>
        </p:spPr>
      </p:sp>
      <p:sp>
        <p:nvSpPr>
          <p:cNvPr id="155" name="Google Shape;155;p3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6" name="Google Shape;156;p3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7" name="Google Shape;157;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 name="Google Shape;158;p3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9" name="Google Shape;159;p3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0" name="Google Shape;160;p3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61" name="Shape 161"/>
        <p:cNvGrpSpPr/>
        <p:nvPr/>
      </p:nvGrpSpPr>
      <p:grpSpPr>
        <a:xfrm>
          <a:off x="0" y="0"/>
          <a:ext cx="0" cy="0"/>
          <a:chOff x="0" y="0"/>
          <a:chExt cx="0" cy="0"/>
        </a:xfrm>
      </p:grpSpPr>
      <p:sp>
        <p:nvSpPr>
          <p:cNvPr id="162" name="Google Shape;162;p33"/>
          <p:cNvSpPr/>
          <p:nvPr>
            <p:ph idx="2" type="pic"/>
          </p:nvPr>
        </p:nvSpPr>
        <p:spPr>
          <a:xfrm>
            <a:off x="311700" y="445025"/>
            <a:ext cx="8520600" cy="4218300"/>
          </a:xfrm>
          <a:prstGeom prst="rect">
            <a:avLst/>
          </a:prstGeom>
          <a:noFill/>
          <a:ln>
            <a:noFill/>
          </a:ln>
        </p:spPr>
      </p:sp>
      <p:sp>
        <p:nvSpPr>
          <p:cNvPr id="163" name="Google Shape;163;p3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64" name="Shape 164"/>
        <p:cNvGrpSpPr/>
        <p:nvPr/>
      </p:nvGrpSpPr>
      <p:grpSpPr>
        <a:xfrm>
          <a:off x="0" y="0"/>
          <a:ext cx="0" cy="0"/>
          <a:chOff x="0" y="0"/>
          <a:chExt cx="0" cy="0"/>
        </a:xfrm>
      </p:grpSpPr>
      <p:sp>
        <p:nvSpPr>
          <p:cNvPr id="165" name="Google Shape;165;p3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34"/>
          <p:cNvSpPr/>
          <p:nvPr>
            <p:ph idx="2" type="pic"/>
          </p:nvPr>
        </p:nvSpPr>
        <p:spPr>
          <a:xfrm>
            <a:off x="3389600" y="118913"/>
            <a:ext cx="1643700" cy="1535100"/>
          </a:xfrm>
          <a:prstGeom prst="rect">
            <a:avLst/>
          </a:prstGeom>
          <a:noFill/>
          <a:ln>
            <a:noFill/>
          </a:ln>
        </p:spPr>
      </p:sp>
      <p:sp>
        <p:nvSpPr>
          <p:cNvPr id="167" name="Google Shape;167;p34"/>
          <p:cNvSpPr/>
          <p:nvPr>
            <p:ph idx="3" type="pic"/>
          </p:nvPr>
        </p:nvSpPr>
        <p:spPr>
          <a:xfrm>
            <a:off x="5195935" y="118913"/>
            <a:ext cx="1643700" cy="1535100"/>
          </a:xfrm>
          <a:prstGeom prst="rect">
            <a:avLst/>
          </a:prstGeom>
          <a:noFill/>
          <a:ln>
            <a:noFill/>
          </a:ln>
        </p:spPr>
      </p:sp>
      <p:sp>
        <p:nvSpPr>
          <p:cNvPr id="168" name="Google Shape;168;p34"/>
          <p:cNvSpPr/>
          <p:nvPr>
            <p:ph idx="4" type="pic"/>
          </p:nvPr>
        </p:nvSpPr>
        <p:spPr>
          <a:xfrm>
            <a:off x="7002270" y="118913"/>
            <a:ext cx="1643700" cy="1535100"/>
          </a:xfrm>
          <a:prstGeom prst="rect">
            <a:avLst/>
          </a:prstGeom>
          <a:noFill/>
          <a:ln>
            <a:noFill/>
          </a:ln>
        </p:spPr>
      </p:sp>
      <p:sp>
        <p:nvSpPr>
          <p:cNvPr id="169" name="Google Shape;169;p34"/>
          <p:cNvSpPr/>
          <p:nvPr>
            <p:ph idx="5" type="pic"/>
          </p:nvPr>
        </p:nvSpPr>
        <p:spPr>
          <a:xfrm>
            <a:off x="3389588" y="1804212"/>
            <a:ext cx="1643700" cy="1535100"/>
          </a:xfrm>
          <a:prstGeom prst="rect">
            <a:avLst/>
          </a:prstGeom>
          <a:noFill/>
          <a:ln>
            <a:noFill/>
          </a:ln>
        </p:spPr>
      </p:sp>
      <p:sp>
        <p:nvSpPr>
          <p:cNvPr id="170" name="Google Shape;170;p34"/>
          <p:cNvSpPr/>
          <p:nvPr>
            <p:ph idx="6" type="pic"/>
          </p:nvPr>
        </p:nvSpPr>
        <p:spPr>
          <a:xfrm>
            <a:off x="5195922" y="1804212"/>
            <a:ext cx="1643700" cy="1535100"/>
          </a:xfrm>
          <a:prstGeom prst="rect">
            <a:avLst/>
          </a:prstGeom>
          <a:noFill/>
          <a:ln>
            <a:noFill/>
          </a:ln>
        </p:spPr>
      </p:sp>
      <p:sp>
        <p:nvSpPr>
          <p:cNvPr id="171" name="Google Shape;171;p34"/>
          <p:cNvSpPr/>
          <p:nvPr>
            <p:ph idx="7" type="pic"/>
          </p:nvPr>
        </p:nvSpPr>
        <p:spPr>
          <a:xfrm>
            <a:off x="7002257" y="1804212"/>
            <a:ext cx="1643700" cy="1535100"/>
          </a:xfrm>
          <a:prstGeom prst="rect">
            <a:avLst/>
          </a:prstGeom>
          <a:noFill/>
          <a:ln>
            <a:noFill/>
          </a:ln>
        </p:spPr>
      </p:sp>
      <p:sp>
        <p:nvSpPr>
          <p:cNvPr id="172" name="Google Shape;172;p3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p34"/>
          <p:cNvSpPr/>
          <p:nvPr>
            <p:ph idx="8" type="pic"/>
          </p:nvPr>
        </p:nvSpPr>
        <p:spPr>
          <a:xfrm>
            <a:off x="3389588" y="3489487"/>
            <a:ext cx="1643700" cy="1535100"/>
          </a:xfrm>
          <a:prstGeom prst="rect">
            <a:avLst/>
          </a:prstGeom>
          <a:noFill/>
          <a:ln>
            <a:noFill/>
          </a:ln>
        </p:spPr>
      </p:sp>
      <p:sp>
        <p:nvSpPr>
          <p:cNvPr id="174" name="Google Shape;174;p34"/>
          <p:cNvSpPr/>
          <p:nvPr>
            <p:ph idx="9" type="pic"/>
          </p:nvPr>
        </p:nvSpPr>
        <p:spPr>
          <a:xfrm>
            <a:off x="5195922" y="3489487"/>
            <a:ext cx="1643700" cy="1535100"/>
          </a:xfrm>
          <a:prstGeom prst="rect">
            <a:avLst/>
          </a:prstGeom>
          <a:noFill/>
          <a:ln>
            <a:noFill/>
          </a:ln>
        </p:spPr>
      </p:sp>
      <p:sp>
        <p:nvSpPr>
          <p:cNvPr id="175" name="Google Shape;175;p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BLANK_1">
    <p:spTree>
      <p:nvGrpSpPr>
        <p:cNvPr id="176" name="Shape 176"/>
        <p:cNvGrpSpPr/>
        <p:nvPr/>
      </p:nvGrpSpPr>
      <p:grpSpPr>
        <a:xfrm>
          <a:off x="0" y="0"/>
          <a:ext cx="0" cy="0"/>
          <a:chOff x="0" y="0"/>
          <a:chExt cx="0" cy="0"/>
        </a:xfrm>
      </p:grpSpPr>
      <p:sp>
        <p:nvSpPr>
          <p:cNvPr id="177" name="Google Shape;177;p35"/>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178" name="Google Shape;178;p35"/>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4"/>
              </a:buClr>
              <a:buSzPts val="12800"/>
              <a:buNone/>
              <a:defRPr sz="12800">
                <a:solidFill>
                  <a:schemeClr val="accent4"/>
                </a:solidFill>
              </a:defRPr>
            </a:lvl1pPr>
            <a:lvl2pPr lvl="1"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2pPr>
            <a:lvl3pPr lvl="2"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3pPr>
            <a:lvl4pPr lvl="3"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4pPr>
            <a:lvl5pPr lvl="4"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5pPr>
            <a:lvl6pPr lvl="5"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6pPr>
            <a:lvl7pPr lvl="6"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7pPr>
            <a:lvl8pPr lvl="7"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8pPr>
            <a:lvl9pPr lvl="8"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9pPr>
          </a:lstStyle>
          <a:p/>
        </p:txBody>
      </p:sp>
      <p:sp>
        <p:nvSpPr>
          <p:cNvPr id="179" name="Google Shape;179;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7">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secHead">
  <p:cSld name="SECTION_HEADER">
    <p:spTree>
      <p:nvGrpSpPr>
        <p:cNvPr id="180" name="Shape 180"/>
        <p:cNvGrpSpPr/>
        <p:nvPr/>
      </p:nvGrpSpPr>
      <p:grpSpPr>
        <a:xfrm>
          <a:off x="0" y="0"/>
          <a:ext cx="0" cy="0"/>
          <a:chOff x="0" y="0"/>
          <a:chExt cx="0" cy="0"/>
        </a:xfrm>
      </p:grpSpPr>
      <p:sp>
        <p:nvSpPr>
          <p:cNvPr id="181" name="Google Shape;181;p36"/>
          <p:cNvSpPr txBox="1"/>
          <p:nvPr>
            <p:ph type="title"/>
          </p:nvPr>
        </p:nvSpPr>
        <p:spPr>
          <a:xfrm>
            <a:off x="632850" y="1124700"/>
            <a:ext cx="7878300" cy="1741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5400"/>
              <a:buFont typeface="Hepta Slab"/>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 name="Google Shape;182;p36"/>
          <p:cNvSpPr txBox="1"/>
          <p:nvPr>
            <p:ph idx="1" type="body"/>
          </p:nvPr>
        </p:nvSpPr>
        <p:spPr>
          <a:xfrm>
            <a:off x="4064100" y="4335200"/>
            <a:ext cx="1015800" cy="266100"/>
          </a:xfrm>
          <a:prstGeom prst="rect">
            <a:avLst/>
          </a:prstGeom>
          <a:ln cap="flat" cmpd="sng" w="9525">
            <a:solidFill>
              <a:schemeClr val="dk1"/>
            </a:solidFill>
            <a:prstDash val="solid"/>
            <a:round/>
            <a:headEnd len="sm" w="sm" type="none"/>
            <a:tailEnd len="sm" w="sm" type="none"/>
          </a:ln>
        </p:spPr>
        <p:txBody>
          <a:bodyPr anchorCtr="0" anchor="ctr" bIns="0" lIns="0" spcFirstLastPara="1" rIns="0" wrap="square" tIns="0">
            <a:noAutofit/>
          </a:bodyPr>
          <a:lstStyle>
            <a:lvl1pPr indent="-298450" lvl="0" marL="457200">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183" name="Google Shape;183;p36"/>
          <p:cNvSpPr txBox="1"/>
          <p:nvPr>
            <p:ph idx="2" type="subTitle"/>
          </p:nvPr>
        </p:nvSpPr>
        <p:spPr>
          <a:xfrm>
            <a:off x="2857500" y="2902000"/>
            <a:ext cx="3765600" cy="934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2600"/>
              <a:buNone/>
              <a:defRPr sz="2600">
                <a:solidFill>
                  <a:schemeClr val="dk2"/>
                </a:solidFill>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184" name="Google Shape;184;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Content" type="tx">
  <p:cSld name="TITLE_AND_BODY">
    <p:bg>
      <p:bgPr>
        <a:solidFill>
          <a:schemeClr val="accent4"/>
        </a:solidFill>
      </p:bgPr>
    </p:bg>
    <p:spTree>
      <p:nvGrpSpPr>
        <p:cNvPr id="185" name="Shape 185"/>
        <p:cNvGrpSpPr/>
        <p:nvPr/>
      </p:nvGrpSpPr>
      <p:grpSpPr>
        <a:xfrm>
          <a:off x="0" y="0"/>
          <a:ext cx="0" cy="0"/>
          <a:chOff x="0" y="0"/>
          <a:chExt cx="0" cy="0"/>
        </a:xfrm>
      </p:grpSpPr>
      <p:sp>
        <p:nvSpPr>
          <p:cNvPr id="186" name="Google Shape;186;p37"/>
          <p:cNvSpPr txBox="1"/>
          <p:nvPr>
            <p:ph idx="1" type="subTitle"/>
          </p:nvPr>
        </p:nvSpPr>
        <p:spPr>
          <a:xfrm>
            <a:off x="475075" y="309225"/>
            <a:ext cx="3655200" cy="35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2pPr>
            <a:lvl3pPr lvl="2">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3pPr>
            <a:lvl4pPr lvl="3">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4pPr>
            <a:lvl5pPr lvl="4">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5pPr>
            <a:lvl6pPr lvl="5">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6pPr>
            <a:lvl7pPr lvl="6">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7pPr>
            <a:lvl8pPr lvl="7">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8pPr>
            <a:lvl9pPr lvl="8">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9pPr>
          </a:lstStyle>
          <a:p/>
        </p:txBody>
      </p:sp>
      <p:sp>
        <p:nvSpPr>
          <p:cNvPr id="187" name="Google Shape;187;p37"/>
          <p:cNvSpPr txBox="1"/>
          <p:nvPr>
            <p:ph idx="2" type="body"/>
          </p:nvPr>
        </p:nvSpPr>
        <p:spPr>
          <a:xfrm>
            <a:off x="711097" y="980554"/>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88" name="Google Shape;188;p37"/>
          <p:cNvSpPr txBox="1"/>
          <p:nvPr>
            <p:ph idx="3" type="subTitle"/>
          </p:nvPr>
        </p:nvSpPr>
        <p:spPr>
          <a:xfrm>
            <a:off x="1699221" y="980279"/>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89" name="Google Shape;189;p37"/>
          <p:cNvSpPr txBox="1"/>
          <p:nvPr>
            <p:ph idx="4" type="body"/>
          </p:nvPr>
        </p:nvSpPr>
        <p:spPr>
          <a:xfrm>
            <a:off x="2285797" y="1226054"/>
            <a:ext cx="1775700" cy="1108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0" name="Google Shape;190;p37"/>
          <p:cNvSpPr txBox="1"/>
          <p:nvPr>
            <p:ph idx="5" type="body"/>
          </p:nvPr>
        </p:nvSpPr>
        <p:spPr>
          <a:xfrm>
            <a:off x="711097" y="2222666"/>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91" name="Google Shape;191;p37"/>
          <p:cNvSpPr txBox="1"/>
          <p:nvPr>
            <p:ph idx="6" type="subTitle"/>
          </p:nvPr>
        </p:nvSpPr>
        <p:spPr>
          <a:xfrm>
            <a:off x="1699221" y="2222391"/>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92" name="Google Shape;192;p37"/>
          <p:cNvSpPr txBox="1"/>
          <p:nvPr>
            <p:ph idx="7" type="body"/>
          </p:nvPr>
        </p:nvSpPr>
        <p:spPr>
          <a:xfrm>
            <a:off x="2285797" y="2468166"/>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3" name="Google Shape;193;p37"/>
          <p:cNvSpPr txBox="1"/>
          <p:nvPr>
            <p:ph idx="8" type="body"/>
          </p:nvPr>
        </p:nvSpPr>
        <p:spPr>
          <a:xfrm>
            <a:off x="711097" y="3219093"/>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94" name="Google Shape;194;p37"/>
          <p:cNvSpPr txBox="1"/>
          <p:nvPr>
            <p:ph idx="9" type="subTitle"/>
          </p:nvPr>
        </p:nvSpPr>
        <p:spPr>
          <a:xfrm>
            <a:off x="1699221" y="3218818"/>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95" name="Google Shape;195;p37"/>
          <p:cNvSpPr txBox="1"/>
          <p:nvPr>
            <p:ph idx="13" type="body"/>
          </p:nvPr>
        </p:nvSpPr>
        <p:spPr>
          <a:xfrm>
            <a:off x="2285797" y="3464593"/>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6" name="Google Shape;196;p37"/>
          <p:cNvSpPr txBox="1"/>
          <p:nvPr>
            <p:ph idx="14" type="body"/>
          </p:nvPr>
        </p:nvSpPr>
        <p:spPr>
          <a:xfrm>
            <a:off x="4746581" y="980554"/>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97" name="Google Shape;197;p37"/>
          <p:cNvSpPr txBox="1"/>
          <p:nvPr>
            <p:ph idx="15" type="subTitle"/>
          </p:nvPr>
        </p:nvSpPr>
        <p:spPr>
          <a:xfrm>
            <a:off x="5734705" y="980279"/>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98" name="Google Shape;198;p37"/>
          <p:cNvSpPr txBox="1"/>
          <p:nvPr>
            <p:ph idx="16" type="body"/>
          </p:nvPr>
        </p:nvSpPr>
        <p:spPr>
          <a:xfrm>
            <a:off x="6321281" y="1226054"/>
            <a:ext cx="1775700" cy="1108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9" name="Google Shape;199;p37"/>
          <p:cNvSpPr txBox="1"/>
          <p:nvPr>
            <p:ph idx="17" type="body"/>
          </p:nvPr>
        </p:nvSpPr>
        <p:spPr>
          <a:xfrm>
            <a:off x="4746581" y="2222666"/>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200" name="Google Shape;200;p37"/>
          <p:cNvSpPr txBox="1"/>
          <p:nvPr>
            <p:ph idx="18" type="subTitle"/>
          </p:nvPr>
        </p:nvSpPr>
        <p:spPr>
          <a:xfrm>
            <a:off x="5734705" y="2222391"/>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01" name="Google Shape;201;p37"/>
          <p:cNvSpPr txBox="1"/>
          <p:nvPr>
            <p:ph idx="19" type="body"/>
          </p:nvPr>
        </p:nvSpPr>
        <p:spPr>
          <a:xfrm>
            <a:off x="6321281" y="2468166"/>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02" name="Google Shape;202;p37"/>
          <p:cNvSpPr txBox="1"/>
          <p:nvPr>
            <p:ph idx="20" type="body"/>
          </p:nvPr>
        </p:nvSpPr>
        <p:spPr>
          <a:xfrm>
            <a:off x="4746581" y="3219093"/>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203" name="Google Shape;203;p37"/>
          <p:cNvSpPr txBox="1"/>
          <p:nvPr>
            <p:ph idx="21" type="subTitle"/>
          </p:nvPr>
        </p:nvSpPr>
        <p:spPr>
          <a:xfrm>
            <a:off x="5734705" y="3218818"/>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04" name="Google Shape;204;p37"/>
          <p:cNvSpPr txBox="1"/>
          <p:nvPr>
            <p:ph idx="22" type="body"/>
          </p:nvPr>
        </p:nvSpPr>
        <p:spPr>
          <a:xfrm>
            <a:off x="6321281" y="3464593"/>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05" name="Google Shape;205;p3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60">
          <p15:clr>
            <a:srgbClr val="E46962"/>
          </p15:clr>
        </p15:guide>
        <p15:guide id="3" orient="horz" pos="1048">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type="twoColTx">
  <p:cSld name="TITLE_AND_TWO_COLUMNS">
    <p:bg>
      <p:bgPr>
        <a:solidFill>
          <a:schemeClr val="dk1"/>
        </a:solidFill>
      </p:bgPr>
    </p:bg>
    <p:spTree>
      <p:nvGrpSpPr>
        <p:cNvPr id="206" name="Shape 206"/>
        <p:cNvGrpSpPr/>
        <p:nvPr/>
      </p:nvGrpSpPr>
      <p:grpSpPr>
        <a:xfrm>
          <a:off x="0" y="0"/>
          <a:ext cx="0" cy="0"/>
          <a:chOff x="0" y="0"/>
          <a:chExt cx="0" cy="0"/>
        </a:xfrm>
      </p:grpSpPr>
      <p:sp>
        <p:nvSpPr>
          <p:cNvPr id="207" name="Google Shape;207;p38"/>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8"/>
          <p:cNvSpPr txBox="1"/>
          <p:nvPr/>
        </p:nvSpPr>
        <p:spPr>
          <a:xfrm>
            <a:off x="6262625" y="1205946"/>
            <a:ext cx="2155500" cy="3231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i="1" lang="en" sz="700">
                <a:solidFill>
                  <a:schemeClr val="lt1"/>
                </a:solidFill>
                <a:latin typeface="Barlow Medium"/>
                <a:ea typeface="Barlow Medium"/>
                <a:cs typeface="Barlow Medium"/>
                <a:sym typeface="Barlow Medium"/>
              </a:rPr>
              <a:t>Lorem ipsum dolor sit amet, consectetur adipiscing elit.</a:t>
            </a:r>
            <a:endParaRPr i="1" sz="700">
              <a:solidFill>
                <a:schemeClr val="lt1"/>
              </a:solidFill>
              <a:latin typeface="Barlow Medium"/>
              <a:ea typeface="Barlow Medium"/>
              <a:cs typeface="Barlow Medium"/>
              <a:sym typeface="Barlow Medium"/>
            </a:endParaRPr>
          </a:p>
        </p:txBody>
      </p:sp>
      <p:sp>
        <p:nvSpPr>
          <p:cNvPr id="209" name="Google Shape;209;p38"/>
          <p:cNvSpPr/>
          <p:nvPr>
            <p:ph idx="2" type="pic"/>
          </p:nvPr>
        </p:nvSpPr>
        <p:spPr>
          <a:xfrm>
            <a:off x="3915225" y="1631250"/>
            <a:ext cx="4441200" cy="3009900"/>
          </a:xfrm>
          <a:prstGeom prst="roundRect">
            <a:avLst>
              <a:gd fmla="val 16667" name="adj"/>
            </a:avLst>
          </a:prstGeom>
          <a:noFill/>
          <a:ln>
            <a:noFill/>
          </a:ln>
        </p:spPr>
      </p:sp>
      <p:sp>
        <p:nvSpPr>
          <p:cNvPr id="210" name="Google Shape;210;p38"/>
          <p:cNvSpPr txBox="1"/>
          <p:nvPr>
            <p:ph idx="1" type="body"/>
          </p:nvPr>
        </p:nvSpPr>
        <p:spPr>
          <a:xfrm>
            <a:off x="791150" y="1835400"/>
            <a:ext cx="2094000" cy="8466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11" name="Google Shape;211;p38"/>
          <p:cNvSpPr txBox="1"/>
          <p:nvPr>
            <p:ph idx="3" type="subTitle"/>
          </p:nvPr>
        </p:nvSpPr>
        <p:spPr>
          <a:xfrm>
            <a:off x="791150" y="522625"/>
            <a:ext cx="3918300" cy="10065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12" name="Google Shape;212;p38"/>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AND_TWO_COLUMNS_1">
    <p:bg>
      <p:bgPr>
        <a:solidFill>
          <a:schemeClr val="dk1"/>
        </a:solidFill>
      </p:bgPr>
    </p:bg>
    <p:spTree>
      <p:nvGrpSpPr>
        <p:cNvPr id="213" name="Shape 213"/>
        <p:cNvGrpSpPr/>
        <p:nvPr/>
      </p:nvGrpSpPr>
      <p:grpSpPr>
        <a:xfrm>
          <a:off x="0" y="0"/>
          <a:ext cx="0" cy="0"/>
          <a:chOff x="0" y="0"/>
          <a:chExt cx="0" cy="0"/>
        </a:xfrm>
      </p:grpSpPr>
      <p:sp>
        <p:nvSpPr>
          <p:cNvPr id="214" name="Google Shape;214;p39"/>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9"/>
          <p:cNvSpPr txBox="1"/>
          <p:nvPr>
            <p:ph idx="1" type="subTitle"/>
          </p:nvPr>
        </p:nvSpPr>
        <p:spPr>
          <a:xfrm>
            <a:off x="791150" y="522625"/>
            <a:ext cx="5173200" cy="9765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16" name="Google Shape;216;p39"/>
          <p:cNvSpPr txBox="1"/>
          <p:nvPr>
            <p:ph idx="2" type="body"/>
          </p:nvPr>
        </p:nvSpPr>
        <p:spPr>
          <a:xfrm>
            <a:off x="685450" y="2180950"/>
            <a:ext cx="3579600" cy="2385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Char char="●"/>
              <a:defRPr sz="1100">
                <a:solidFill>
                  <a:schemeClr val="lt1"/>
                </a:solidFill>
              </a:defRPr>
            </a:lvl1pPr>
            <a:lvl2pPr indent="-298450" lvl="1" marL="914400">
              <a:spcBef>
                <a:spcPts val="0"/>
              </a:spcBef>
              <a:spcAft>
                <a:spcPts val="0"/>
              </a:spcAft>
              <a:buClr>
                <a:schemeClr val="lt1"/>
              </a:buClr>
              <a:buSzPts val="1100"/>
              <a:buChar char="○"/>
              <a:defRPr sz="1100">
                <a:solidFill>
                  <a:schemeClr val="lt1"/>
                </a:solidFill>
              </a:defRPr>
            </a:lvl2pPr>
            <a:lvl3pPr indent="-298450" lvl="2" marL="1371600">
              <a:spcBef>
                <a:spcPts val="0"/>
              </a:spcBef>
              <a:spcAft>
                <a:spcPts val="0"/>
              </a:spcAft>
              <a:buClr>
                <a:schemeClr val="lt1"/>
              </a:buClr>
              <a:buSzPts val="1100"/>
              <a:buChar char="■"/>
              <a:defRPr sz="1100">
                <a:solidFill>
                  <a:schemeClr val="lt1"/>
                </a:solidFill>
              </a:defRPr>
            </a:lvl3pPr>
            <a:lvl4pPr indent="-298450" lvl="3" marL="1828800">
              <a:spcBef>
                <a:spcPts val="0"/>
              </a:spcBef>
              <a:spcAft>
                <a:spcPts val="0"/>
              </a:spcAft>
              <a:buClr>
                <a:schemeClr val="lt1"/>
              </a:buClr>
              <a:buSzPts val="1100"/>
              <a:buChar char="●"/>
              <a:defRPr sz="1100">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sz="1100">
                <a:solidFill>
                  <a:schemeClr val="lt1"/>
                </a:solidFill>
              </a:defRPr>
            </a:lvl6pPr>
            <a:lvl7pPr indent="-298450" lvl="6" marL="3200400">
              <a:spcBef>
                <a:spcPts val="0"/>
              </a:spcBef>
              <a:spcAft>
                <a:spcPts val="0"/>
              </a:spcAft>
              <a:buClr>
                <a:schemeClr val="lt1"/>
              </a:buClr>
              <a:buSzPts val="1100"/>
              <a:buChar char="●"/>
              <a:defRPr sz="1100">
                <a:solidFill>
                  <a:schemeClr val="lt1"/>
                </a:solidFill>
              </a:defRPr>
            </a:lvl7pPr>
            <a:lvl8pPr indent="-298450" lvl="7" marL="3657600">
              <a:spcBef>
                <a:spcPts val="0"/>
              </a:spcBef>
              <a:spcAft>
                <a:spcPts val="0"/>
              </a:spcAft>
              <a:buClr>
                <a:schemeClr val="lt1"/>
              </a:buClr>
              <a:buSzPts val="1100"/>
              <a:buChar char="○"/>
              <a:defRPr sz="1100">
                <a:solidFill>
                  <a:schemeClr val="lt1"/>
                </a:solidFill>
              </a:defRPr>
            </a:lvl8pPr>
            <a:lvl9pPr indent="-298450" lvl="8" marL="4114800">
              <a:spcBef>
                <a:spcPts val="0"/>
              </a:spcBef>
              <a:spcAft>
                <a:spcPts val="0"/>
              </a:spcAft>
              <a:buClr>
                <a:schemeClr val="lt1"/>
              </a:buClr>
              <a:buSzPts val="1100"/>
              <a:buChar char="■"/>
              <a:defRPr sz="1100">
                <a:solidFill>
                  <a:schemeClr val="lt1"/>
                </a:solidFill>
              </a:defRPr>
            </a:lvl9pPr>
          </a:lstStyle>
          <a:p/>
        </p:txBody>
      </p:sp>
      <p:sp>
        <p:nvSpPr>
          <p:cNvPr id="217" name="Google Shape;217;p39"/>
          <p:cNvSpPr txBox="1"/>
          <p:nvPr>
            <p:ph idx="3" type="body"/>
          </p:nvPr>
        </p:nvSpPr>
        <p:spPr>
          <a:xfrm>
            <a:off x="4601077" y="2180950"/>
            <a:ext cx="3579600" cy="2385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Char char="●"/>
              <a:defRPr sz="1100">
                <a:solidFill>
                  <a:schemeClr val="lt1"/>
                </a:solidFill>
              </a:defRPr>
            </a:lvl1pPr>
            <a:lvl2pPr indent="-298450" lvl="1" marL="914400">
              <a:spcBef>
                <a:spcPts val="0"/>
              </a:spcBef>
              <a:spcAft>
                <a:spcPts val="0"/>
              </a:spcAft>
              <a:buClr>
                <a:schemeClr val="lt1"/>
              </a:buClr>
              <a:buSzPts val="1100"/>
              <a:buChar char="○"/>
              <a:defRPr sz="1100">
                <a:solidFill>
                  <a:schemeClr val="lt1"/>
                </a:solidFill>
              </a:defRPr>
            </a:lvl2pPr>
            <a:lvl3pPr indent="-298450" lvl="2" marL="1371600">
              <a:spcBef>
                <a:spcPts val="0"/>
              </a:spcBef>
              <a:spcAft>
                <a:spcPts val="0"/>
              </a:spcAft>
              <a:buClr>
                <a:schemeClr val="lt1"/>
              </a:buClr>
              <a:buSzPts val="1100"/>
              <a:buChar char="■"/>
              <a:defRPr sz="1100">
                <a:solidFill>
                  <a:schemeClr val="lt1"/>
                </a:solidFill>
              </a:defRPr>
            </a:lvl3pPr>
            <a:lvl4pPr indent="-298450" lvl="3" marL="1828800">
              <a:spcBef>
                <a:spcPts val="0"/>
              </a:spcBef>
              <a:spcAft>
                <a:spcPts val="0"/>
              </a:spcAft>
              <a:buClr>
                <a:schemeClr val="lt1"/>
              </a:buClr>
              <a:buSzPts val="1100"/>
              <a:buChar char="●"/>
              <a:defRPr sz="1100">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sz="1100">
                <a:solidFill>
                  <a:schemeClr val="lt1"/>
                </a:solidFill>
              </a:defRPr>
            </a:lvl6pPr>
            <a:lvl7pPr indent="-298450" lvl="6" marL="3200400">
              <a:spcBef>
                <a:spcPts val="0"/>
              </a:spcBef>
              <a:spcAft>
                <a:spcPts val="0"/>
              </a:spcAft>
              <a:buClr>
                <a:schemeClr val="lt1"/>
              </a:buClr>
              <a:buSzPts val="1100"/>
              <a:buChar char="●"/>
              <a:defRPr sz="1100">
                <a:solidFill>
                  <a:schemeClr val="lt1"/>
                </a:solidFill>
              </a:defRPr>
            </a:lvl7pPr>
            <a:lvl8pPr indent="-298450" lvl="7" marL="3657600">
              <a:spcBef>
                <a:spcPts val="0"/>
              </a:spcBef>
              <a:spcAft>
                <a:spcPts val="0"/>
              </a:spcAft>
              <a:buClr>
                <a:schemeClr val="lt1"/>
              </a:buClr>
              <a:buSzPts val="1100"/>
              <a:buChar char="○"/>
              <a:defRPr sz="1100">
                <a:solidFill>
                  <a:schemeClr val="lt1"/>
                </a:solidFill>
              </a:defRPr>
            </a:lvl8pPr>
            <a:lvl9pPr indent="-298450" lvl="8" marL="4114800">
              <a:spcBef>
                <a:spcPts val="0"/>
              </a:spcBef>
              <a:spcAft>
                <a:spcPts val="0"/>
              </a:spcAft>
              <a:buClr>
                <a:schemeClr val="lt1"/>
              </a:buClr>
              <a:buSzPts val="1100"/>
              <a:buChar char="■"/>
              <a:defRPr sz="1100">
                <a:solidFill>
                  <a:schemeClr val="lt1"/>
                </a:solidFill>
              </a:defRPr>
            </a:lvl9pPr>
          </a:lstStyle>
          <a:p/>
        </p:txBody>
      </p:sp>
      <p:sp>
        <p:nvSpPr>
          <p:cNvPr id="218" name="Google Shape;218;p39"/>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Company Overview" type="titleOnly">
  <p:cSld name="TITLE_ONLY">
    <p:bg>
      <p:bgPr>
        <a:solidFill>
          <a:schemeClr val="accent4"/>
        </a:solidFill>
      </p:bgPr>
    </p:bg>
    <p:spTree>
      <p:nvGrpSpPr>
        <p:cNvPr id="219" name="Shape 219"/>
        <p:cNvGrpSpPr/>
        <p:nvPr/>
      </p:nvGrpSpPr>
      <p:grpSpPr>
        <a:xfrm>
          <a:off x="0" y="0"/>
          <a:ext cx="0" cy="0"/>
          <a:chOff x="0" y="0"/>
          <a:chExt cx="0" cy="0"/>
        </a:xfrm>
      </p:grpSpPr>
      <p:sp>
        <p:nvSpPr>
          <p:cNvPr id="220" name="Google Shape;220;p40"/>
          <p:cNvSpPr/>
          <p:nvPr>
            <p:ph idx="2" type="pic"/>
          </p:nvPr>
        </p:nvSpPr>
        <p:spPr>
          <a:xfrm>
            <a:off x="791150" y="522900"/>
            <a:ext cx="1294800" cy="1918500"/>
          </a:xfrm>
          <a:prstGeom prst="rect">
            <a:avLst/>
          </a:prstGeom>
          <a:noFill/>
          <a:ln>
            <a:noFill/>
          </a:ln>
        </p:spPr>
      </p:sp>
      <p:sp>
        <p:nvSpPr>
          <p:cNvPr id="221" name="Google Shape;221;p40"/>
          <p:cNvSpPr/>
          <p:nvPr>
            <p:ph idx="3" type="pic"/>
          </p:nvPr>
        </p:nvSpPr>
        <p:spPr>
          <a:xfrm>
            <a:off x="2355375" y="522900"/>
            <a:ext cx="1294800" cy="1918500"/>
          </a:xfrm>
          <a:prstGeom prst="rect">
            <a:avLst/>
          </a:prstGeom>
          <a:noFill/>
          <a:ln>
            <a:noFill/>
          </a:ln>
        </p:spPr>
      </p:sp>
      <p:sp>
        <p:nvSpPr>
          <p:cNvPr id="222" name="Google Shape;222;p40"/>
          <p:cNvSpPr/>
          <p:nvPr>
            <p:ph idx="4" type="pic"/>
          </p:nvPr>
        </p:nvSpPr>
        <p:spPr>
          <a:xfrm>
            <a:off x="3921313" y="522900"/>
            <a:ext cx="1294800" cy="1918500"/>
          </a:xfrm>
          <a:prstGeom prst="rect">
            <a:avLst/>
          </a:prstGeom>
          <a:noFill/>
          <a:ln>
            <a:noFill/>
          </a:ln>
        </p:spPr>
      </p:sp>
      <p:sp>
        <p:nvSpPr>
          <p:cNvPr id="223" name="Google Shape;223;p40"/>
          <p:cNvSpPr/>
          <p:nvPr>
            <p:ph idx="5" type="pic"/>
          </p:nvPr>
        </p:nvSpPr>
        <p:spPr>
          <a:xfrm>
            <a:off x="5491588" y="522900"/>
            <a:ext cx="1294800" cy="1918500"/>
          </a:xfrm>
          <a:prstGeom prst="rect">
            <a:avLst/>
          </a:prstGeom>
          <a:noFill/>
          <a:ln>
            <a:noFill/>
          </a:ln>
        </p:spPr>
      </p:sp>
      <p:sp>
        <p:nvSpPr>
          <p:cNvPr id="224" name="Google Shape;224;p40"/>
          <p:cNvSpPr txBox="1"/>
          <p:nvPr>
            <p:ph idx="1" type="body"/>
          </p:nvPr>
        </p:nvSpPr>
        <p:spPr>
          <a:xfrm>
            <a:off x="680850" y="3443850"/>
            <a:ext cx="3074700" cy="10317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406400" lvl="1" marL="914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2pPr>
            <a:lvl3pPr indent="-406400" lvl="2" marL="13716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3pPr>
            <a:lvl4pPr indent="-406400" lvl="3" marL="18288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4pPr>
            <a:lvl5pPr indent="-406400" lvl="4" marL="22860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5pPr>
            <a:lvl6pPr indent="-406400" lvl="5" marL="27432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6pPr>
            <a:lvl7pPr indent="-406400" lvl="6" marL="3200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7pPr>
            <a:lvl8pPr indent="-406400" lvl="7" marL="36576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8pPr>
            <a:lvl9pPr indent="-406400" lvl="8" marL="41148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9pPr>
          </a:lstStyle>
          <a:p/>
        </p:txBody>
      </p:sp>
      <p:sp>
        <p:nvSpPr>
          <p:cNvPr id="225" name="Google Shape;225;p40"/>
          <p:cNvSpPr txBox="1"/>
          <p:nvPr>
            <p:ph idx="6" type="body"/>
          </p:nvPr>
        </p:nvSpPr>
        <p:spPr>
          <a:xfrm>
            <a:off x="4123900" y="3443850"/>
            <a:ext cx="4030200" cy="11652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26" name="Google Shape;226;p40"/>
          <p:cNvSpPr txBox="1"/>
          <p:nvPr>
            <p:ph idx="7" type="body"/>
          </p:nvPr>
        </p:nvSpPr>
        <p:spPr>
          <a:xfrm>
            <a:off x="705088"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27" name="Google Shape;227;p40"/>
          <p:cNvSpPr txBox="1"/>
          <p:nvPr>
            <p:ph idx="8" type="body"/>
          </p:nvPr>
        </p:nvSpPr>
        <p:spPr>
          <a:xfrm>
            <a:off x="2258888"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28" name="Google Shape;228;p40"/>
          <p:cNvSpPr txBox="1"/>
          <p:nvPr>
            <p:ph idx="9" type="body"/>
          </p:nvPr>
        </p:nvSpPr>
        <p:spPr>
          <a:xfrm>
            <a:off x="3827513"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29" name="Google Shape;229;p40"/>
          <p:cNvSpPr txBox="1"/>
          <p:nvPr>
            <p:ph idx="13" type="body"/>
          </p:nvPr>
        </p:nvSpPr>
        <p:spPr>
          <a:xfrm>
            <a:off x="5395113"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30" name="Google Shape;230;p40"/>
          <p:cNvSpPr txBox="1"/>
          <p:nvPr>
            <p:ph idx="14" type="body"/>
          </p:nvPr>
        </p:nvSpPr>
        <p:spPr>
          <a:xfrm>
            <a:off x="705091"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31" name="Google Shape;231;p40"/>
          <p:cNvSpPr txBox="1"/>
          <p:nvPr>
            <p:ph idx="15" type="body"/>
          </p:nvPr>
        </p:nvSpPr>
        <p:spPr>
          <a:xfrm>
            <a:off x="2258891"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32" name="Google Shape;232;p40"/>
          <p:cNvSpPr txBox="1"/>
          <p:nvPr>
            <p:ph idx="16" type="body"/>
          </p:nvPr>
        </p:nvSpPr>
        <p:spPr>
          <a:xfrm>
            <a:off x="3827003"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33" name="Google Shape;233;p40"/>
          <p:cNvSpPr txBox="1"/>
          <p:nvPr>
            <p:ph idx="17" type="body"/>
          </p:nvPr>
        </p:nvSpPr>
        <p:spPr>
          <a:xfrm>
            <a:off x="5396128"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34" name="Google Shape;234;p40"/>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ive Landscape">
  <p:cSld name="ONE_COLUMN_TEXT">
    <p:bg>
      <p:bgPr>
        <a:solidFill>
          <a:schemeClr val="dk1"/>
        </a:solidFill>
      </p:bgPr>
    </p:bg>
    <p:spTree>
      <p:nvGrpSpPr>
        <p:cNvPr id="235" name="Shape 235"/>
        <p:cNvGrpSpPr/>
        <p:nvPr/>
      </p:nvGrpSpPr>
      <p:grpSpPr>
        <a:xfrm>
          <a:off x="0" y="0"/>
          <a:ext cx="0" cy="0"/>
          <a:chOff x="0" y="0"/>
          <a:chExt cx="0" cy="0"/>
        </a:xfrm>
      </p:grpSpPr>
      <p:sp>
        <p:nvSpPr>
          <p:cNvPr id="236" name="Google Shape;236;p41"/>
          <p:cNvSpPr txBox="1"/>
          <p:nvPr>
            <p:ph idx="1" type="body"/>
          </p:nvPr>
        </p:nvSpPr>
        <p:spPr>
          <a:xfrm>
            <a:off x="791150" y="738025"/>
            <a:ext cx="3918300" cy="2232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Font typeface="Barlow"/>
              <a:buChar char="●"/>
              <a:defRPr sz="1100">
                <a:latin typeface="Barlow"/>
                <a:ea typeface="Barlow"/>
                <a:cs typeface="Barlow"/>
                <a:sym typeface="Barlow"/>
              </a:defRPr>
            </a:lvl1pPr>
            <a:lvl2pPr indent="-298450" lvl="1" marL="914400">
              <a:spcBef>
                <a:spcPts val="0"/>
              </a:spcBef>
              <a:spcAft>
                <a:spcPts val="0"/>
              </a:spcAft>
              <a:buSzPts val="1100"/>
              <a:buFont typeface="Barlow"/>
              <a:buChar char="○"/>
              <a:defRPr sz="1100">
                <a:latin typeface="Barlow"/>
                <a:ea typeface="Barlow"/>
                <a:cs typeface="Barlow"/>
                <a:sym typeface="Barlow"/>
              </a:defRPr>
            </a:lvl2pPr>
            <a:lvl3pPr indent="-298450" lvl="2" marL="1371600">
              <a:spcBef>
                <a:spcPts val="0"/>
              </a:spcBef>
              <a:spcAft>
                <a:spcPts val="0"/>
              </a:spcAft>
              <a:buSzPts val="1100"/>
              <a:buFont typeface="Barlow"/>
              <a:buChar char="■"/>
              <a:defRPr sz="1100">
                <a:latin typeface="Barlow"/>
                <a:ea typeface="Barlow"/>
                <a:cs typeface="Barlow"/>
                <a:sym typeface="Barlow"/>
              </a:defRPr>
            </a:lvl3pPr>
            <a:lvl4pPr indent="-298450" lvl="3" marL="1828800">
              <a:spcBef>
                <a:spcPts val="0"/>
              </a:spcBef>
              <a:spcAft>
                <a:spcPts val="0"/>
              </a:spcAft>
              <a:buSzPts val="1100"/>
              <a:buFont typeface="Barlow"/>
              <a:buChar char="●"/>
              <a:defRPr sz="1100">
                <a:latin typeface="Barlow"/>
                <a:ea typeface="Barlow"/>
                <a:cs typeface="Barlow"/>
                <a:sym typeface="Barlow"/>
              </a:defRPr>
            </a:lvl4pPr>
            <a:lvl5pPr indent="-298450" lvl="4" marL="2286000">
              <a:spcBef>
                <a:spcPts val="0"/>
              </a:spcBef>
              <a:spcAft>
                <a:spcPts val="0"/>
              </a:spcAft>
              <a:buSzPts val="1100"/>
              <a:buFont typeface="Barlow"/>
              <a:buChar char="○"/>
              <a:defRPr>
                <a:latin typeface="Barlow"/>
                <a:ea typeface="Barlow"/>
                <a:cs typeface="Barlow"/>
                <a:sym typeface="Barlow"/>
              </a:defRPr>
            </a:lvl5pPr>
            <a:lvl6pPr indent="-298450" lvl="5" marL="2743200">
              <a:spcBef>
                <a:spcPts val="0"/>
              </a:spcBef>
              <a:spcAft>
                <a:spcPts val="0"/>
              </a:spcAft>
              <a:buSzPts val="1100"/>
              <a:buFont typeface="Barlow"/>
              <a:buChar char="■"/>
              <a:defRPr sz="1100">
                <a:latin typeface="Barlow"/>
                <a:ea typeface="Barlow"/>
                <a:cs typeface="Barlow"/>
                <a:sym typeface="Barlow"/>
              </a:defRPr>
            </a:lvl6pPr>
            <a:lvl7pPr indent="-298450" lvl="6" marL="3200400">
              <a:spcBef>
                <a:spcPts val="0"/>
              </a:spcBef>
              <a:spcAft>
                <a:spcPts val="0"/>
              </a:spcAft>
              <a:buSzPts val="1100"/>
              <a:buFont typeface="Barlow"/>
              <a:buChar char="●"/>
              <a:defRPr sz="1100">
                <a:latin typeface="Barlow"/>
                <a:ea typeface="Barlow"/>
                <a:cs typeface="Barlow"/>
                <a:sym typeface="Barlow"/>
              </a:defRPr>
            </a:lvl7pPr>
            <a:lvl8pPr indent="-298450" lvl="7" marL="3657600">
              <a:spcBef>
                <a:spcPts val="0"/>
              </a:spcBef>
              <a:spcAft>
                <a:spcPts val="0"/>
              </a:spcAft>
              <a:buSzPts val="1100"/>
              <a:buFont typeface="Barlow"/>
              <a:buChar char="○"/>
              <a:defRPr sz="1100">
                <a:latin typeface="Barlow"/>
                <a:ea typeface="Barlow"/>
                <a:cs typeface="Barlow"/>
                <a:sym typeface="Barlow"/>
              </a:defRPr>
            </a:lvl8pPr>
            <a:lvl9pPr indent="-298450" lvl="8" marL="4114800">
              <a:spcBef>
                <a:spcPts val="0"/>
              </a:spcBef>
              <a:spcAft>
                <a:spcPts val="0"/>
              </a:spcAft>
              <a:buSzPts val="1100"/>
              <a:buFont typeface="Barlow"/>
              <a:buChar char="■"/>
              <a:defRPr sz="1100">
                <a:latin typeface="Barlow"/>
                <a:ea typeface="Barlow"/>
                <a:cs typeface="Barlow"/>
                <a:sym typeface="Barlow"/>
              </a:defRPr>
            </a:lvl9pPr>
          </a:lstStyle>
          <a:p/>
        </p:txBody>
      </p:sp>
      <p:sp>
        <p:nvSpPr>
          <p:cNvPr id="237" name="Google Shape;237;p41"/>
          <p:cNvSpPr txBox="1"/>
          <p:nvPr>
            <p:ph idx="2" type="subTitle"/>
          </p:nvPr>
        </p:nvSpPr>
        <p:spPr>
          <a:xfrm>
            <a:off x="791150" y="522625"/>
            <a:ext cx="3918300" cy="2154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38" name="Google Shape;238;p41"/>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Trends + Data">
  <p:cSld name="MAIN_POINT">
    <p:bg>
      <p:bgPr>
        <a:solidFill>
          <a:schemeClr val="dk1"/>
        </a:solidFill>
      </p:bgPr>
    </p:bg>
    <p:spTree>
      <p:nvGrpSpPr>
        <p:cNvPr id="239" name="Shape 239"/>
        <p:cNvGrpSpPr/>
        <p:nvPr/>
      </p:nvGrpSpPr>
      <p:grpSpPr>
        <a:xfrm>
          <a:off x="0" y="0"/>
          <a:ext cx="0" cy="0"/>
          <a:chOff x="0" y="0"/>
          <a:chExt cx="0" cy="0"/>
        </a:xfrm>
      </p:grpSpPr>
      <p:sp>
        <p:nvSpPr>
          <p:cNvPr id="240" name="Google Shape;240;p42"/>
          <p:cNvSpPr txBox="1"/>
          <p:nvPr>
            <p:ph idx="1" type="subTitle"/>
          </p:nvPr>
        </p:nvSpPr>
        <p:spPr>
          <a:xfrm>
            <a:off x="690250" y="415625"/>
            <a:ext cx="1261800" cy="270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atin typeface="Barlow Light"/>
                <a:ea typeface="Barlow Light"/>
                <a:cs typeface="Barlow Light"/>
                <a:sym typeface="Barlow Light"/>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241" name="Google Shape;241;p42"/>
          <p:cNvSpPr txBox="1"/>
          <p:nvPr>
            <p:ph idx="2"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Hepta Slab Light"/>
                <a:ea typeface="Hepta Slab Light"/>
                <a:cs typeface="Hepta Slab Light"/>
                <a:sym typeface="Hepta Slab Light"/>
              </a:defRPr>
            </a:lvl2pPr>
            <a:lvl3pPr lvl="2">
              <a:spcBef>
                <a:spcPts val="0"/>
              </a:spcBef>
              <a:spcAft>
                <a:spcPts val="0"/>
              </a:spcAft>
              <a:buSzPts val="1400"/>
              <a:buNone/>
              <a:defRPr>
                <a:latin typeface="Hepta Slab Light"/>
                <a:ea typeface="Hepta Slab Light"/>
                <a:cs typeface="Hepta Slab Light"/>
                <a:sym typeface="Hepta Slab Light"/>
              </a:defRPr>
            </a:lvl3pPr>
            <a:lvl4pPr lvl="3">
              <a:spcBef>
                <a:spcPts val="0"/>
              </a:spcBef>
              <a:spcAft>
                <a:spcPts val="0"/>
              </a:spcAft>
              <a:buSzPts val="1400"/>
              <a:buNone/>
              <a:defRPr>
                <a:latin typeface="Hepta Slab Light"/>
                <a:ea typeface="Hepta Slab Light"/>
                <a:cs typeface="Hepta Slab Light"/>
                <a:sym typeface="Hepta Slab Light"/>
              </a:defRPr>
            </a:lvl4pPr>
            <a:lvl5pPr lvl="4">
              <a:spcBef>
                <a:spcPts val="0"/>
              </a:spcBef>
              <a:spcAft>
                <a:spcPts val="0"/>
              </a:spcAft>
              <a:buSzPts val="1400"/>
              <a:buNone/>
              <a:defRPr>
                <a:latin typeface="Hepta Slab Light"/>
                <a:ea typeface="Hepta Slab Light"/>
                <a:cs typeface="Hepta Slab Light"/>
                <a:sym typeface="Hepta Slab Light"/>
              </a:defRPr>
            </a:lvl5pPr>
            <a:lvl6pPr lvl="5">
              <a:spcBef>
                <a:spcPts val="0"/>
              </a:spcBef>
              <a:spcAft>
                <a:spcPts val="0"/>
              </a:spcAft>
              <a:buSzPts val="1400"/>
              <a:buNone/>
              <a:defRPr>
                <a:latin typeface="Hepta Slab Light"/>
                <a:ea typeface="Hepta Slab Light"/>
                <a:cs typeface="Hepta Slab Light"/>
                <a:sym typeface="Hepta Slab Light"/>
              </a:defRPr>
            </a:lvl6pPr>
            <a:lvl7pPr lvl="6">
              <a:spcBef>
                <a:spcPts val="0"/>
              </a:spcBef>
              <a:spcAft>
                <a:spcPts val="0"/>
              </a:spcAft>
              <a:buSzPts val="1400"/>
              <a:buNone/>
              <a:defRPr>
                <a:latin typeface="Hepta Slab Light"/>
                <a:ea typeface="Hepta Slab Light"/>
                <a:cs typeface="Hepta Slab Light"/>
                <a:sym typeface="Hepta Slab Light"/>
              </a:defRPr>
            </a:lvl7pPr>
            <a:lvl8pPr lvl="7">
              <a:spcBef>
                <a:spcPts val="0"/>
              </a:spcBef>
              <a:spcAft>
                <a:spcPts val="0"/>
              </a:spcAft>
              <a:buSzPts val="1400"/>
              <a:buNone/>
              <a:defRPr>
                <a:latin typeface="Hepta Slab Light"/>
                <a:ea typeface="Hepta Slab Light"/>
                <a:cs typeface="Hepta Slab Light"/>
                <a:sym typeface="Hepta Slab Light"/>
              </a:defRPr>
            </a:lvl8pPr>
            <a:lvl9pPr lvl="8">
              <a:spcBef>
                <a:spcPts val="0"/>
              </a:spcBef>
              <a:spcAft>
                <a:spcPts val="0"/>
              </a:spcAft>
              <a:buSzPts val="1400"/>
              <a:buNone/>
              <a:defRPr>
                <a:latin typeface="Hepta Slab Light"/>
                <a:ea typeface="Hepta Slab Light"/>
                <a:cs typeface="Hepta Slab Light"/>
                <a:sym typeface="Hepta Slab Light"/>
              </a:defRPr>
            </a:lvl9pPr>
          </a:lstStyle>
          <a:p/>
        </p:txBody>
      </p:sp>
      <p:sp>
        <p:nvSpPr>
          <p:cNvPr id="242" name="Google Shape;242;p42"/>
          <p:cNvSpPr txBox="1"/>
          <p:nvPr>
            <p:ph idx="3" type="body"/>
          </p:nvPr>
        </p:nvSpPr>
        <p:spPr>
          <a:xfrm>
            <a:off x="480425" y="534275"/>
            <a:ext cx="4878300" cy="1917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43" name="Google Shape;243;p42"/>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latin typeface="Barlow"/>
                <a:ea typeface="Barlow"/>
                <a:cs typeface="Barlow"/>
                <a:sym typeface="Barlow"/>
              </a:defRPr>
            </a:lvl1pPr>
            <a:lvl2pPr lvl="1" rtl="0">
              <a:buNone/>
              <a:defRPr sz="1100">
                <a:solidFill>
                  <a:schemeClr val="accent3"/>
                </a:solidFill>
                <a:latin typeface="Barlow"/>
                <a:ea typeface="Barlow"/>
                <a:cs typeface="Barlow"/>
                <a:sym typeface="Barlow"/>
              </a:defRPr>
            </a:lvl2pPr>
            <a:lvl3pPr lvl="2" rtl="0">
              <a:buNone/>
              <a:defRPr sz="1100">
                <a:solidFill>
                  <a:schemeClr val="accent3"/>
                </a:solidFill>
                <a:latin typeface="Barlow"/>
                <a:ea typeface="Barlow"/>
                <a:cs typeface="Barlow"/>
                <a:sym typeface="Barlow"/>
              </a:defRPr>
            </a:lvl3pPr>
            <a:lvl4pPr lvl="3" rtl="0">
              <a:buNone/>
              <a:defRPr sz="1100">
                <a:solidFill>
                  <a:schemeClr val="accent3"/>
                </a:solidFill>
                <a:latin typeface="Barlow"/>
                <a:ea typeface="Barlow"/>
                <a:cs typeface="Barlow"/>
                <a:sym typeface="Barlow"/>
              </a:defRPr>
            </a:lvl4pPr>
            <a:lvl5pPr lvl="4" rtl="0">
              <a:buNone/>
              <a:defRPr sz="1100">
                <a:solidFill>
                  <a:schemeClr val="accent3"/>
                </a:solidFill>
                <a:latin typeface="Barlow"/>
                <a:ea typeface="Barlow"/>
                <a:cs typeface="Barlow"/>
                <a:sym typeface="Barlow"/>
              </a:defRPr>
            </a:lvl5pPr>
            <a:lvl6pPr lvl="5" rtl="0">
              <a:buNone/>
              <a:defRPr sz="1100">
                <a:solidFill>
                  <a:schemeClr val="accent3"/>
                </a:solidFill>
                <a:latin typeface="Barlow"/>
                <a:ea typeface="Barlow"/>
                <a:cs typeface="Barlow"/>
                <a:sym typeface="Barlow"/>
              </a:defRPr>
            </a:lvl6pPr>
            <a:lvl7pPr lvl="6" rtl="0">
              <a:buNone/>
              <a:defRPr sz="1100">
                <a:solidFill>
                  <a:schemeClr val="accent3"/>
                </a:solidFill>
                <a:latin typeface="Barlow"/>
                <a:ea typeface="Barlow"/>
                <a:cs typeface="Barlow"/>
                <a:sym typeface="Barlow"/>
              </a:defRPr>
            </a:lvl7pPr>
            <a:lvl8pPr lvl="7" rtl="0">
              <a:buNone/>
              <a:defRPr sz="1100">
                <a:solidFill>
                  <a:schemeClr val="accent3"/>
                </a:solidFill>
                <a:latin typeface="Barlow"/>
                <a:ea typeface="Barlow"/>
                <a:cs typeface="Barlow"/>
                <a:sym typeface="Barlow"/>
              </a:defRPr>
            </a:lvl8pPr>
            <a:lvl9pPr lvl="8" rtl="0">
              <a:buNone/>
              <a:defRPr sz="1100">
                <a:solidFill>
                  <a:schemeClr val="accent3"/>
                </a:solidFill>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47">
          <p15:clr>
            <a:srgbClr val="E46962"/>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CUSTOM_14">
    <p:bg>
      <p:bgPr>
        <a:solidFill>
          <a:schemeClr val="dk1"/>
        </a:solidFill>
      </p:bgPr>
    </p:bg>
    <p:spTree>
      <p:nvGrpSpPr>
        <p:cNvPr id="244" name="Shape 244"/>
        <p:cNvGrpSpPr/>
        <p:nvPr/>
      </p:nvGrpSpPr>
      <p:grpSpPr>
        <a:xfrm>
          <a:off x="0" y="0"/>
          <a:ext cx="0" cy="0"/>
          <a:chOff x="0" y="0"/>
          <a:chExt cx="0" cy="0"/>
        </a:xfrm>
      </p:grpSpPr>
      <p:sp>
        <p:nvSpPr>
          <p:cNvPr id="245" name="Google Shape;245;p43"/>
          <p:cNvSpPr txBox="1"/>
          <p:nvPr>
            <p:ph type="title"/>
          </p:nvPr>
        </p:nvSpPr>
        <p:spPr>
          <a:xfrm>
            <a:off x="723861" y="1584738"/>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46" name="Google Shape;246;p43"/>
          <p:cNvSpPr txBox="1"/>
          <p:nvPr>
            <p:ph idx="2" type="title"/>
          </p:nvPr>
        </p:nvSpPr>
        <p:spPr>
          <a:xfrm>
            <a:off x="723861" y="2390981"/>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47" name="Google Shape;247;p43"/>
          <p:cNvSpPr txBox="1"/>
          <p:nvPr>
            <p:ph idx="3" type="title"/>
          </p:nvPr>
        </p:nvSpPr>
        <p:spPr>
          <a:xfrm>
            <a:off x="723861" y="3157931"/>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48" name="Google Shape;248;p43"/>
          <p:cNvSpPr txBox="1"/>
          <p:nvPr>
            <p:ph idx="4" type="title"/>
          </p:nvPr>
        </p:nvSpPr>
        <p:spPr>
          <a:xfrm>
            <a:off x="723861" y="3954905"/>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49" name="Google Shape;249;p43"/>
          <p:cNvSpPr txBox="1"/>
          <p:nvPr>
            <p:ph idx="1"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250" name="Google Shape;250;p43"/>
          <p:cNvSpPr txBox="1"/>
          <p:nvPr>
            <p:ph idx="5" type="body"/>
          </p:nvPr>
        </p:nvSpPr>
        <p:spPr>
          <a:xfrm>
            <a:off x="480425" y="610475"/>
            <a:ext cx="4878300" cy="37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317500" lvl="1" marL="9144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2pPr>
            <a:lvl3pPr indent="-311150" lvl="2" marL="1371600">
              <a:spcBef>
                <a:spcPts val="0"/>
              </a:spcBef>
              <a:spcAft>
                <a:spcPts val="0"/>
              </a:spcAft>
              <a:buClr>
                <a:schemeClr val="lt1"/>
              </a:buClr>
              <a:buSzPts val="1300"/>
              <a:buFont typeface="Barlow"/>
              <a:buChar char="■"/>
              <a:defRPr>
                <a:solidFill>
                  <a:schemeClr val="lt1"/>
                </a:solidFill>
                <a:latin typeface="Barlow"/>
                <a:ea typeface="Barlow"/>
                <a:cs typeface="Barlow"/>
                <a:sym typeface="Barlow"/>
              </a:defRPr>
            </a:lvl3pPr>
            <a:lvl4pPr indent="-304800" lvl="3" marL="1828800">
              <a:spcBef>
                <a:spcPts val="0"/>
              </a:spcBef>
              <a:spcAft>
                <a:spcPts val="0"/>
              </a:spcAft>
              <a:buClr>
                <a:schemeClr val="lt1"/>
              </a:buClr>
              <a:buSzPts val="1200"/>
              <a:buFont typeface="Barlow"/>
              <a:buChar char="●"/>
              <a:defRPr>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2100" lvl="5" marL="2743200">
              <a:spcBef>
                <a:spcPts val="0"/>
              </a:spcBef>
              <a:spcAft>
                <a:spcPts val="0"/>
              </a:spcAft>
              <a:buClr>
                <a:schemeClr val="lt1"/>
              </a:buClr>
              <a:buSzPts val="1000"/>
              <a:buFont typeface="Barlow"/>
              <a:buChar char="■"/>
              <a:defRPr>
                <a:solidFill>
                  <a:schemeClr val="lt1"/>
                </a:solidFill>
                <a:latin typeface="Barlow"/>
                <a:ea typeface="Barlow"/>
                <a:cs typeface="Barlow"/>
                <a:sym typeface="Barlow"/>
              </a:defRPr>
            </a:lvl6pPr>
            <a:lvl7pPr indent="-285750" lvl="6" marL="3200400">
              <a:spcBef>
                <a:spcPts val="0"/>
              </a:spcBef>
              <a:spcAft>
                <a:spcPts val="0"/>
              </a:spcAft>
              <a:buClr>
                <a:schemeClr val="lt1"/>
              </a:buClr>
              <a:buSzPts val="900"/>
              <a:buFont typeface="Barlow"/>
              <a:buChar char="●"/>
              <a:defRPr>
                <a:solidFill>
                  <a:schemeClr val="lt1"/>
                </a:solidFill>
                <a:latin typeface="Barlow"/>
                <a:ea typeface="Barlow"/>
                <a:cs typeface="Barlow"/>
                <a:sym typeface="Barlow"/>
              </a:defRPr>
            </a:lvl7pPr>
            <a:lvl8pPr indent="-279400" lvl="7" marL="3657600">
              <a:spcBef>
                <a:spcPts val="0"/>
              </a:spcBef>
              <a:spcAft>
                <a:spcPts val="0"/>
              </a:spcAft>
              <a:buClr>
                <a:schemeClr val="lt1"/>
              </a:buClr>
              <a:buSzPts val="800"/>
              <a:buFont typeface="Barlow"/>
              <a:buChar char="○"/>
              <a:defRPr>
                <a:solidFill>
                  <a:schemeClr val="lt1"/>
                </a:solidFill>
                <a:latin typeface="Barlow"/>
                <a:ea typeface="Barlow"/>
                <a:cs typeface="Barlow"/>
                <a:sym typeface="Barlow"/>
              </a:defRPr>
            </a:lvl8pPr>
            <a:lvl9pPr indent="-273050" lvl="8" marL="4114800">
              <a:spcBef>
                <a:spcPts val="0"/>
              </a:spcBef>
              <a:spcAft>
                <a:spcPts val="0"/>
              </a:spcAft>
              <a:buClr>
                <a:schemeClr val="lt1"/>
              </a:buClr>
              <a:buSzPts val="700"/>
              <a:buFont typeface="Barlow"/>
              <a:buChar char="■"/>
              <a:defRPr>
                <a:solidFill>
                  <a:schemeClr val="lt1"/>
                </a:solidFill>
                <a:latin typeface="Barlow"/>
                <a:ea typeface="Barlow"/>
                <a:cs typeface="Barlow"/>
                <a:sym typeface="Barlow"/>
              </a:defRPr>
            </a:lvl9pPr>
          </a:lstStyle>
          <a:p/>
        </p:txBody>
      </p:sp>
      <p:sp>
        <p:nvSpPr>
          <p:cNvPr id="251" name="Google Shape;251;p43"/>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 Thank You">
  <p:cSld name="CUSTOM_13">
    <p:bg>
      <p:bgPr>
        <a:solidFill>
          <a:schemeClr val="lt1"/>
        </a:solidFill>
      </p:bgPr>
    </p:bg>
    <p:spTree>
      <p:nvGrpSpPr>
        <p:cNvPr id="252" name="Shape 252"/>
        <p:cNvGrpSpPr/>
        <p:nvPr/>
      </p:nvGrpSpPr>
      <p:grpSpPr>
        <a:xfrm>
          <a:off x="0" y="0"/>
          <a:ext cx="0" cy="0"/>
          <a:chOff x="0" y="0"/>
          <a:chExt cx="0" cy="0"/>
        </a:xfrm>
      </p:grpSpPr>
      <p:sp>
        <p:nvSpPr>
          <p:cNvPr id="253" name="Google Shape;253;p44"/>
          <p:cNvSpPr txBox="1"/>
          <p:nvPr>
            <p:ph type="title"/>
          </p:nvPr>
        </p:nvSpPr>
        <p:spPr>
          <a:xfrm>
            <a:off x="455221" y="1321125"/>
            <a:ext cx="5094600" cy="1749900"/>
          </a:xfrm>
          <a:prstGeom prst="rect">
            <a:avLst/>
          </a:prstGeom>
          <a:noFill/>
        </p:spPr>
        <p:txBody>
          <a:bodyPr anchorCtr="0" anchor="t" bIns="91425" lIns="91425" spcFirstLastPara="1" rIns="91425" wrap="square" tIns="91425">
            <a:noAutofit/>
          </a:bodyPr>
          <a:lstStyle>
            <a:lvl1pPr lvl="0">
              <a:spcBef>
                <a:spcPts val="0"/>
              </a:spcBef>
              <a:spcAft>
                <a:spcPts val="0"/>
              </a:spcAft>
              <a:buSzPts val="5400"/>
              <a:buNone/>
              <a:defRPr sz="5400"/>
            </a:lvl1pPr>
            <a:lvl2pPr lvl="1">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2pPr>
            <a:lvl3pPr lvl="2">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3pPr>
            <a:lvl4pPr lvl="3">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4pPr>
            <a:lvl5pPr lvl="4">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5pPr>
            <a:lvl6pPr lvl="5">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6pPr>
            <a:lvl7pPr lvl="6">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7pPr>
            <a:lvl8pPr lvl="7">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8pPr>
            <a:lvl9pPr lvl="8">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9pPr>
          </a:lstStyle>
          <a:p/>
        </p:txBody>
      </p:sp>
      <p:sp>
        <p:nvSpPr>
          <p:cNvPr id="254" name="Google Shape;254;p44"/>
          <p:cNvSpPr txBox="1"/>
          <p:nvPr>
            <p:ph idx="1" type="body"/>
          </p:nvPr>
        </p:nvSpPr>
        <p:spPr>
          <a:xfrm>
            <a:off x="567029" y="4500404"/>
            <a:ext cx="1015800" cy="266100"/>
          </a:xfrm>
          <a:prstGeom prst="rect">
            <a:avLst/>
          </a:prstGeom>
          <a:ln cap="flat" cmpd="sng" w="9525">
            <a:solidFill>
              <a:schemeClr val="dk1"/>
            </a:solidFill>
            <a:prstDash val="solid"/>
            <a:round/>
            <a:headEnd len="sm" w="sm" type="none"/>
            <a:tailEnd len="sm" w="sm" type="none"/>
          </a:ln>
        </p:spPr>
        <p:txBody>
          <a:bodyPr anchorCtr="0" anchor="t" bIns="0" lIns="0" spcFirstLastPara="1" rIns="0" wrap="square" tIns="0">
            <a:spAutoFit/>
          </a:bodyPr>
          <a:lstStyle>
            <a:lvl1pPr indent="-298450" lvl="0" marL="457200">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255" name="Google Shape;255;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TITLE_AND_DESCRIPTION">
    <p:spTree>
      <p:nvGrpSpPr>
        <p:cNvPr id="256" name="Shape 256"/>
        <p:cNvGrpSpPr/>
        <p:nvPr/>
      </p:nvGrpSpPr>
      <p:grpSpPr>
        <a:xfrm>
          <a:off x="0" y="0"/>
          <a:ext cx="0" cy="0"/>
          <a:chOff x="0" y="0"/>
          <a:chExt cx="0" cy="0"/>
        </a:xfrm>
      </p:grpSpPr>
      <p:sp>
        <p:nvSpPr>
          <p:cNvPr id="257" name="Google Shape;257;p45"/>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5"/>
              </a:buClr>
              <a:buSzPts val="3600"/>
              <a:buFont typeface="Hepta Slab Medium"/>
              <a:buNone/>
              <a:defRPr>
                <a:solidFill>
                  <a:schemeClr val="accent5"/>
                </a:solidFill>
                <a:latin typeface="Hepta Slab Medium"/>
                <a:ea typeface="Hepta Slab Medium"/>
                <a:cs typeface="Hepta Slab Medium"/>
                <a:sym typeface="Hepta Slab Medium"/>
              </a:defRPr>
            </a:lvl1pPr>
            <a:lvl2pPr lvl="1"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2pPr>
            <a:lvl3pPr lvl="2"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3pPr>
            <a:lvl4pPr lvl="3"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4pPr>
            <a:lvl5pPr lvl="4"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5pPr>
            <a:lvl6pPr lvl="5"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6pPr>
            <a:lvl7pPr lvl="6"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7pPr>
            <a:lvl8pPr lvl="7"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8pPr>
            <a:lvl9pPr lvl="8"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9pPr>
          </a:lstStyle>
          <a:p/>
        </p:txBody>
      </p:sp>
      <p:sp>
        <p:nvSpPr>
          <p:cNvPr id="258" name="Google Shape;258;p45"/>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12800"/>
              <a:buNone/>
              <a:defRPr sz="12800">
                <a:solidFill>
                  <a:schemeClr val="dk2"/>
                </a:solidFill>
              </a:defRPr>
            </a:lvl1pPr>
            <a:lvl2pPr lvl="1"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2pPr>
            <a:lvl3pPr lvl="2"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3pPr>
            <a:lvl4pPr lvl="3"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4pPr>
            <a:lvl5pPr lvl="4"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5pPr>
            <a:lvl6pPr lvl="5"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6pPr>
            <a:lvl7pPr lvl="6"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7pPr>
            <a:lvl8pPr lvl="7"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8pPr>
            <a:lvl9pPr lvl="8"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9pPr>
          </a:lstStyle>
          <a:p/>
        </p:txBody>
      </p:sp>
      <p:sp>
        <p:nvSpPr>
          <p:cNvPr id="259" name="Google Shape;259;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ize / Pie Graph">
  <p:cSld name="CAPTION_ONLY">
    <p:bg>
      <p:bgPr>
        <a:solidFill>
          <a:schemeClr val="dk1"/>
        </a:solidFill>
      </p:bgPr>
    </p:bg>
    <p:spTree>
      <p:nvGrpSpPr>
        <p:cNvPr id="260" name="Shape 260"/>
        <p:cNvGrpSpPr/>
        <p:nvPr/>
      </p:nvGrpSpPr>
      <p:grpSpPr>
        <a:xfrm>
          <a:off x="0" y="0"/>
          <a:ext cx="0" cy="0"/>
          <a:chOff x="0" y="0"/>
          <a:chExt cx="0" cy="0"/>
        </a:xfrm>
      </p:grpSpPr>
      <p:sp>
        <p:nvSpPr>
          <p:cNvPr id="261" name="Google Shape;261;p46"/>
          <p:cNvSpPr/>
          <p:nvPr/>
        </p:nvSpPr>
        <p:spPr>
          <a:xfrm>
            <a:off x="0" y="0"/>
            <a:ext cx="9144000" cy="1631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46"/>
          <p:cNvSpPr txBox="1"/>
          <p:nvPr>
            <p:ph idx="1" type="subTitle"/>
          </p:nvPr>
        </p:nvSpPr>
        <p:spPr>
          <a:xfrm>
            <a:off x="791150" y="522625"/>
            <a:ext cx="4977300" cy="1108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600"/>
              <a:buFont typeface="Hepta Slab Medium"/>
              <a:buNone/>
              <a:defRPr sz="3600">
                <a:solidFill>
                  <a:schemeClr val="lt1"/>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63" name="Google Shape;263;p46"/>
          <p:cNvSpPr txBox="1"/>
          <p:nvPr>
            <p:ph idx="2" type="body"/>
          </p:nvPr>
        </p:nvSpPr>
        <p:spPr>
          <a:xfrm>
            <a:off x="714950" y="1989025"/>
            <a:ext cx="2792400" cy="28041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Clr>
                <a:schemeClr val="lt1"/>
              </a:buClr>
              <a:buSzPts val="1500"/>
              <a:buChar char="●"/>
              <a:defRPr>
                <a:solidFill>
                  <a:schemeClr val="lt1"/>
                </a:solidFill>
              </a:defRPr>
            </a:lvl1pPr>
            <a:lvl2pPr indent="-323850" lvl="1" marL="914400">
              <a:spcBef>
                <a:spcPts val="0"/>
              </a:spcBef>
              <a:spcAft>
                <a:spcPts val="0"/>
              </a:spcAft>
              <a:buClr>
                <a:schemeClr val="lt1"/>
              </a:buClr>
              <a:buSzPts val="1500"/>
              <a:buChar char="○"/>
              <a:defRPr sz="1500">
                <a:solidFill>
                  <a:schemeClr val="lt1"/>
                </a:solidFill>
              </a:defRPr>
            </a:lvl2pPr>
            <a:lvl3pPr indent="-323850" lvl="2" marL="1371600">
              <a:spcBef>
                <a:spcPts val="0"/>
              </a:spcBef>
              <a:spcAft>
                <a:spcPts val="0"/>
              </a:spcAft>
              <a:buClr>
                <a:schemeClr val="lt1"/>
              </a:buClr>
              <a:buSzPts val="1500"/>
              <a:buChar char="■"/>
              <a:defRPr sz="1500">
                <a:solidFill>
                  <a:schemeClr val="lt1"/>
                </a:solidFill>
              </a:defRPr>
            </a:lvl3pPr>
            <a:lvl4pPr indent="-323850" lvl="3" marL="1828800">
              <a:spcBef>
                <a:spcPts val="0"/>
              </a:spcBef>
              <a:spcAft>
                <a:spcPts val="0"/>
              </a:spcAft>
              <a:buClr>
                <a:schemeClr val="lt1"/>
              </a:buClr>
              <a:buSzPts val="1500"/>
              <a:buChar char="●"/>
              <a:defRPr sz="1500">
                <a:solidFill>
                  <a:schemeClr val="lt1"/>
                </a:solidFill>
              </a:defRPr>
            </a:lvl4pPr>
            <a:lvl5pPr indent="-323850" lvl="4" marL="2286000">
              <a:spcBef>
                <a:spcPts val="0"/>
              </a:spcBef>
              <a:spcAft>
                <a:spcPts val="0"/>
              </a:spcAft>
              <a:buClr>
                <a:schemeClr val="lt1"/>
              </a:buClr>
              <a:buSzPts val="1500"/>
              <a:buChar char="○"/>
              <a:defRPr sz="1500">
                <a:solidFill>
                  <a:schemeClr val="lt1"/>
                </a:solidFill>
              </a:defRPr>
            </a:lvl5pPr>
            <a:lvl6pPr indent="-323850" lvl="5" marL="2743200">
              <a:spcBef>
                <a:spcPts val="0"/>
              </a:spcBef>
              <a:spcAft>
                <a:spcPts val="0"/>
              </a:spcAft>
              <a:buClr>
                <a:schemeClr val="lt1"/>
              </a:buClr>
              <a:buSzPts val="1500"/>
              <a:buChar char="■"/>
              <a:defRPr sz="1500">
                <a:solidFill>
                  <a:schemeClr val="lt1"/>
                </a:solidFill>
              </a:defRPr>
            </a:lvl6pPr>
            <a:lvl7pPr indent="-323850" lvl="6" marL="3200400">
              <a:spcBef>
                <a:spcPts val="0"/>
              </a:spcBef>
              <a:spcAft>
                <a:spcPts val="0"/>
              </a:spcAft>
              <a:buClr>
                <a:schemeClr val="lt1"/>
              </a:buClr>
              <a:buSzPts val="1500"/>
              <a:buChar char="●"/>
              <a:defRPr sz="1500">
                <a:solidFill>
                  <a:schemeClr val="lt1"/>
                </a:solidFill>
              </a:defRPr>
            </a:lvl7pPr>
            <a:lvl8pPr indent="-323850" lvl="7" marL="3657600">
              <a:spcBef>
                <a:spcPts val="0"/>
              </a:spcBef>
              <a:spcAft>
                <a:spcPts val="0"/>
              </a:spcAft>
              <a:buClr>
                <a:schemeClr val="lt1"/>
              </a:buClr>
              <a:buSzPts val="1500"/>
              <a:buChar char="○"/>
              <a:defRPr sz="1500">
                <a:solidFill>
                  <a:schemeClr val="lt1"/>
                </a:solidFill>
              </a:defRPr>
            </a:lvl8pPr>
            <a:lvl9pPr indent="-323850" lvl="8" marL="4114800">
              <a:spcBef>
                <a:spcPts val="0"/>
              </a:spcBef>
              <a:spcAft>
                <a:spcPts val="0"/>
              </a:spcAft>
              <a:buClr>
                <a:schemeClr val="lt1"/>
              </a:buClr>
              <a:buSzPts val="1500"/>
              <a:buChar char="■"/>
              <a:defRPr sz="1500">
                <a:solidFill>
                  <a:schemeClr val="lt1"/>
                </a:solidFill>
              </a:defRPr>
            </a:lvl9pPr>
          </a:lstStyle>
          <a:p/>
        </p:txBody>
      </p:sp>
      <p:sp>
        <p:nvSpPr>
          <p:cNvPr id="264" name="Google Shape;264;p46"/>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dk2"/>
                </a:solidFill>
              </a:defRPr>
            </a:lvl1pPr>
            <a:lvl2pPr lvl="1" rtl="0">
              <a:buNone/>
              <a:defRPr sz="1100">
                <a:solidFill>
                  <a:schemeClr val="dk2"/>
                </a:solidFill>
              </a:defRPr>
            </a:lvl2pPr>
            <a:lvl3pPr lvl="2" rtl="0">
              <a:buNone/>
              <a:defRPr sz="1100">
                <a:solidFill>
                  <a:schemeClr val="dk2"/>
                </a:solidFill>
              </a:defRPr>
            </a:lvl3pPr>
            <a:lvl4pPr lvl="3" rtl="0">
              <a:buNone/>
              <a:defRPr sz="1100">
                <a:solidFill>
                  <a:schemeClr val="dk2"/>
                </a:solidFill>
              </a:defRPr>
            </a:lvl4pPr>
            <a:lvl5pPr lvl="4" rtl="0">
              <a:buNone/>
              <a:defRPr sz="1100">
                <a:solidFill>
                  <a:schemeClr val="dk2"/>
                </a:solidFill>
              </a:defRPr>
            </a:lvl5pPr>
            <a:lvl6pPr lvl="5" rtl="0">
              <a:buNone/>
              <a:defRPr sz="1100">
                <a:solidFill>
                  <a:schemeClr val="dk2"/>
                </a:solidFill>
              </a:defRPr>
            </a:lvl6pPr>
            <a:lvl7pPr lvl="6" rtl="0">
              <a:buNone/>
              <a:defRPr sz="1100">
                <a:solidFill>
                  <a:schemeClr val="dk2"/>
                </a:solidFill>
              </a:defRPr>
            </a:lvl7pPr>
            <a:lvl8pPr lvl="7" rtl="0">
              <a:buNone/>
              <a:defRPr sz="1100">
                <a:solidFill>
                  <a:schemeClr val="dk2"/>
                </a:solidFill>
              </a:defRPr>
            </a:lvl8pPr>
            <a:lvl9pPr lvl="8" rtl="0">
              <a:buNone/>
              <a:defRPr sz="11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65" name="Google Shape;265;p46"/>
          <p:cNvSpPr/>
          <p:nvPr/>
        </p:nvSpPr>
        <p:spPr>
          <a:xfrm>
            <a:off x="4416275" y="1976923"/>
            <a:ext cx="4045200" cy="28713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6"/>
          <p:cNvSpPr/>
          <p:nvPr/>
        </p:nvSpPr>
        <p:spPr>
          <a:xfrm rot="444408">
            <a:off x="5636457" y="2500588"/>
            <a:ext cx="1505663" cy="1505327"/>
          </a:xfrm>
          <a:prstGeom prst="pie">
            <a:avLst>
              <a:gd fmla="val 8241844" name="adj1"/>
              <a:gd fmla="val 12554936" name="adj2"/>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SzPts val="1100"/>
              <a:buNone/>
            </a:pPr>
            <a:r>
              <a:t/>
            </a:r>
            <a:endParaRPr sz="110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ors / 4 column text">
  <p:cSld name="BIG_NUMBER">
    <p:bg>
      <p:bgPr>
        <a:solidFill>
          <a:schemeClr val="dk1"/>
        </a:solidFill>
      </p:bgPr>
    </p:bg>
    <p:spTree>
      <p:nvGrpSpPr>
        <p:cNvPr id="267" name="Shape 267"/>
        <p:cNvGrpSpPr/>
        <p:nvPr/>
      </p:nvGrpSpPr>
      <p:grpSpPr>
        <a:xfrm>
          <a:off x="0" y="0"/>
          <a:ext cx="0" cy="0"/>
          <a:chOff x="0" y="0"/>
          <a:chExt cx="0" cy="0"/>
        </a:xfrm>
      </p:grpSpPr>
      <p:sp>
        <p:nvSpPr>
          <p:cNvPr id="268" name="Google Shape;268;p47"/>
          <p:cNvSpPr/>
          <p:nvPr/>
        </p:nvSpPr>
        <p:spPr>
          <a:xfrm>
            <a:off x="0" y="1324925"/>
            <a:ext cx="4572000" cy="1910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269" name="Google Shape;269;p47"/>
          <p:cNvSpPr/>
          <p:nvPr/>
        </p:nvSpPr>
        <p:spPr>
          <a:xfrm>
            <a:off x="0" y="3235076"/>
            <a:ext cx="4572000" cy="191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dk2"/>
              </a:solidFill>
            </a:endParaRPr>
          </a:p>
        </p:txBody>
      </p:sp>
      <p:sp>
        <p:nvSpPr>
          <p:cNvPr id="270" name="Google Shape;270;p47"/>
          <p:cNvSpPr/>
          <p:nvPr/>
        </p:nvSpPr>
        <p:spPr>
          <a:xfrm>
            <a:off x="4571892" y="3235076"/>
            <a:ext cx="4572000" cy="1914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lt1"/>
              </a:solidFill>
            </a:endParaRPr>
          </a:p>
        </p:txBody>
      </p:sp>
      <p:sp>
        <p:nvSpPr>
          <p:cNvPr id="271" name="Google Shape;271;p47"/>
          <p:cNvSpPr/>
          <p:nvPr/>
        </p:nvSpPr>
        <p:spPr>
          <a:xfrm>
            <a:off x="4571892" y="1324925"/>
            <a:ext cx="4572000" cy="1910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accent5"/>
              </a:solidFill>
            </a:endParaRPr>
          </a:p>
        </p:txBody>
      </p:sp>
      <p:sp>
        <p:nvSpPr>
          <p:cNvPr id="272" name="Google Shape;272;p47"/>
          <p:cNvSpPr txBox="1"/>
          <p:nvPr>
            <p:ph idx="1"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73" name="Google Shape;273;p47"/>
          <p:cNvSpPr txBox="1"/>
          <p:nvPr>
            <p:ph idx="2" type="body"/>
          </p:nvPr>
        </p:nvSpPr>
        <p:spPr>
          <a:xfrm>
            <a:off x="480425" y="610475"/>
            <a:ext cx="4878300" cy="600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74" name="Google Shape;274;p4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dk2"/>
                </a:solidFill>
              </a:defRPr>
            </a:lvl1pPr>
            <a:lvl2pPr lvl="1" rtl="0">
              <a:buNone/>
              <a:defRPr sz="1100">
                <a:solidFill>
                  <a:schemeClr val="dk2"/>
                </a:solidFill>
              </a:defRPr>
            </a:lvl2pPr>
            <a:lvl3pPr lvl="2" rtl="0">
              <a:buNone/>
              <a:defRPr sz="1100">
                <a:solidFill>
                  <a:schemeClr val="dk2"/>
                </a:solidFill>
              </a:defRPr>
            </a:lvl3pPr>
            <a:lvl4pPr lvl="3" rtl="0">
              <a:buNone/>
              <a:defRPr sz="1100">
                <a:solidFill>
                  <a:schemeClr val="dk2"/>
                </a:solidFill>
              </a:defRPr>
            </a:lvl4pPr>
            <a:lvl5pPr lvl="4" rtl="0">
              <a:buNone/>
              <a:defRPr sz="1100">
                <a:solidFill>
                  <a:schemeClr val="dk2"/>
                </a:solidFill>
              </a:defRPr>
            </a:lvl5pPr>
            <a:lvl6pPr lvl="5" rtl="0">
              <a:buNone/>
              <a:defRPr sz="1100">
                <a:solidFill>
                  <a:schemeClr val="dk2"/>
                </a:solidFill>
              </a:defRPr>
            </a:lvl6pPr>
            <a:lvl7pPr lvl="6" rtl="0">
              <a:buNone/>
              <a:defRPr sz="1100">
                <a:solidFill>
                  <a:schemeClr val="dk2"/>
                </a:solidFill>
              </a:defRPr>
            </a:lvl7pPr>
            <a:lvl8pPr lvl="7" rtl="0">
              <a:buNone/>
              <a:defRPr sz="1100">
                <a:solidFill>
                  <a:schemeClr val="dk2"/>
                </a:solidFill>
              </a:defRPr>
            </a:lvl8pPr>
            <a:lvl9pPr lvl="8" rtl="0">
              <a:buNone/>
              <a:defRPr sz="11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blank">
  <p:cSld name="BLANK">
    <p:spTree>
      <p:nvGrpSpPr>
        <p:cNvPr id="275" name="Shape 275"/>
        <p:cNvGrpSpPr/>
        <p:nvPr/>
      </p:nvGrpSpPr>
      <p:grpSpPr>
        <a:xfrm>
          <a:off x="0" y="0"/>
          <a:ext cx="0" cy="0"/>
          <a:chOff x="0" y="0"/>
          <a:chExt cx="0" cy="0"/>
        </a:xfrm>
      </p:grpSpPr>
      <p:sp>
        <p:nvSpPr>
          <p:cNvPr id="276" name="Google Shape;276;p48"/>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277" name="Google Shape;277;p48"/>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1"/>
              </a:buClr>
              <a:buSzPts val="12800"/>
              <a:buNone/>
              <a:defRPr sz="12800">
                <a:solidFill>
                  <a:schemeClr val="accent1"/>
                </a:solidFill>
              </a:defRPr>
            </a:lvl1pPr>
            <a:lvl2pPr lvl="1"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2pPr>
            <a:lvl3pPr lvl="2"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3pPr>
            <a:lvl4pPr lvl="3"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4pPr>
            <a:lvl5pPr lvl="4"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5pPr>
            <a:lvl6pPr lvl="5"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6pPr>
            <a:lvl7pPr lvl="6"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7pPr>
            <a:lvl8pPr lvl="7"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8pPr>
            <a:lvl9pPr lvl="8"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9pPr>
          </a:lstStyle>
          <a:p/>
        </p:txBody>
      </p:sp>
      <p:sp>
        <p:nvSpPr>
          <p:cNvPr id="278" name="Google Shape;278;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1">
    <p:bg>
      <p:bgPr>
        <a:solidFill>
          <a:schemeClr val="dk1"/>
        </a:solidFill>
      </p:bgPr>
    </p:bg>
    <p:spTree>
      <p:nvGrpSpPr>
        <p:cNvPr id="279" name="Shape 279"/>
        <p:cNvGrpSpPr/>
        <p:nvPr/>
      </p:nvGrpSpPr>
      <p:grpSpPr>
        <a:xfrm>
          <a:off x="0" y="0"/>
          <a:ext cx="0" cy="0"/>
          <a:chOff x="0" y="0"/>
          <a:chExt cx="0" cy="0"/>
        </a:xfrm>
      </p:grpSpPr>
      <p:sp>
        <p:nvSpPr>
          <p:cNvPr id="280" name="Google Shape;280;p49"/>
          <p:cNvSpPr/>
          <p:nvPr/>
        </p:nvSpPr>
        <p:spPr>
          <a:xfrm>
            <a:off x="0" y="0"/>
            <a:ext cx="9144000" cy="1631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9"/>
          <p:cNvSpPr txBox="1"/>
          <p:nvPr>
            <p:ph idx="1" type="subTitle"/>
          </p:nvPr>
        </p:nvSpPr>
        <p:spPr>
          <a:xfrm>
            <a:off x="791150" y="522625"/>
            <a:ext cx="5938800" cy="11082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3600"/>
              <a:buFont typeface="Hepta Slab Medium"/>
              <a:buNone/>
              <a:defRPr sz="3600">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82" name="Google Shape;282;p49"/>
          <p:cNvSpPr txBox="1"/>
          <p:nvPr>
            <p:ph idx="2" type="body"/>
          </p:nvPr>
        </p:nvSpPr>
        <p:spPr>
          <a:xfrm>
            <a:off x="810075" y="2065225"/>
            <a:ext cx="7539900" cy="27774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lt1"/>
              </a:buClr>
              <a:buSzPts val="2800"/>
              <a:buChar char="●"/>
              <a:defRPr sz="2800">
                <a:solidFill>
                  <a:schemeClr val="lt1"/>
                </a:solidFill>
              </a:defRPr>
            </a:lvl1pPr>
            <a:lvl2pPr indent="-406400" lvl="1" marL="914400">
              <a:spcBef>
                <a:spcPts val="0"/>
              </a:spcBef>
              <a:spcAft>
                <a:spcPts val="0"/>
              </a:spcAft>
              <a:buClr>
                <a:schemeClr val="lt1"/>
              </a:buClr>
              <a:buSzPts val="2800"/>
              <a:buChar char="○"/>
              <a:defRPr sz="2800">
                <a:solidFill>
                  <a:schemeClr val="lt1"/>
                </a:solidFill>
              </a:defRPr>
            </a:lvl2pPr>
            <a:lvl3pPr indent="-406400" lvl="2" marL="1371600">
              <a:spcBef>
                <a:spcPts val="0"/>
              </a:spcBef>
              <a:spcAft>
                <a:spcPts val="0"/>
              </a:spcAft>
              <a:buClr>
                <a:schemeClr val="lt1"/>
              </a:buClr>
              <a:buSzPts val="2800"/>
              <a:buChar char="■"/>
              <a:defRPr sz="2800">
                <a:solidFill>
                  <a:schemeClr val="lt1"/>
                </a:solidFill>
              </a:defRPr>
            </a:lvl3pPr>
            <a:lvl4pPr indent="-406400" lvl="3" marL="1828800">
              <a:spcBef>
                <a:spcPts val="0"/>
              </a:spcBef>
              <a:spcAft>
                <a:spcPts val="0"/>
              </a:spcAft>
              <a:buClr>
                <a:schemeClr val="lt1"/>
              </a:buClr>
              <a:buSzPts val="2800"/>
              <a:buChar char="●"/>
              <a:defRPr sz="2800">
                <a:solidFill>
                  <a:schemeClr val="lt1"/>
                </a:solidFill>
              </a:defRPr>
            </a:lvl4pPr>
            <a:lvl5pPr indent="-406400" lvl="4" marL="2286000">
              <a:spcBef>
                <a:spcPts val="0"/>
              </a:spcBef>
              <a:spcAft>
                <a:spcPts val="0"/>
              </a:spcAft>
              <a:buClr>
                <a:schemeClr val="lt1"/>
              </a:buClr>
              <a:buSzPts val="2800"/>
              <a:buChar char="○"/>
              <a:defRPr sz="2800">
                <a:solidFill>
                  <a:schemeClr val="lt1"/>
                </a:solidFill>
              </a:defRPr>
            </a:lvl5pPr>
            <a:lvl6pPr indent="-406400" lvl="5" marL="2743200">
              <a:spcBef>
                <a:spcPts val="0"/>
              </a:spcBef>
              <a:spcAft>
                <a:spcPts val="0"/>
              </a:spcAft>
              <a:buClr>
                <a:schemeClr val="lt1"/>
              </a:buClr>
              <a:buSzPts val="2800"/>
              <a:buChar char="■"/>
              <a:defRPr sz="2800">
                <a:solidFill>
                  <a:schemeClr val="lt1"/>
                </a:solidFill>
              </a:defRPr>
            </a:lvl6pPr>
            <a:lvl7pPr indent="-406400" lvl="6" marL="3200400">
              <a:spcBef>
                <a:spcPts val="0"/>
              </a:spcBef>
              <a:spcAft>
                <a:spcPts val="0"/>
              </a:spcAft>
              <a:buClr>
                <a:schemeClr val="lt1"/>
              </a:buClr>
              <a:buSzPts val="2800"/>
              <a:buChar char="●"/>
              <a:defRPr sz="2800">
                <a:solidFill>
                  <a:schemeClr val="lt1"/>
                </a:solidFill>
              </a:defRPr>
            </a:lvl7pPr>
            <a:lvl8pPr indent="-406400" lvl="7" marL="3657600">
              <a:spcBef>
                <a:spcPts val="0"/>
              </a:spcBef>
              <a:spcAft>
                <a:spcPts val="0"/>
              </a:spcAft>
              <a:buClr>
                <a:schemeClr val="lt1"/>
              </a:buClr>
              <a:buSzPts val="2800"/>
              <a:buChar char="○"/>
              <a:defRPr sz="2800">
                <a:solidFill>
                  <a:schemeClr val="lt1"/>
                </a:solidFill>
              </a:defRPr>
            </a:lvl8pPr>
            <a:lvl9pPr indent="-406400" lvl="8" marL="4114800">
              <a:spcBef>
                <a:spcPts val="0"/>
              </a:spcBef>
              <a:spcAft>
                <a:spcPts val="0"/>
              </a:spcAft>
              <a:buClr>
                <a:schemeClr val="lt1"/>
              </a:buClr>
              <a:buSzPts val="2800"/>
              <a:buChar char="■"/>
              <a:defRPr sz="2800">
                <a:solidFill>
                  <a:schemeClr val="lt1"/>
                </a:solidFill>
              </a:defRPr>
            </a:lvl9pPr>
          </a:lstStyle>
          <a:p/>
        </p:txBody>
      </p:sp>
      <p:sp>
        <p:nvSpPr>
          <p:cNvPr id="283" name="Google Shape;283;p49"/>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ackground Image + Text">
  <p:cSld name="CUSTOM">
    <p:spTree>
      <p:nvGrpSpPr>
        <p:cNvPr id="284" name="Shape 284"/>
        <p:cNvGrpSpPr/>
        <p:nvPr/>
      </p:nvGrpSpPr>
      <p:grpSpPr>
        <a:xfrm>
          <a:off x="0" y="0"/>
          <a:ext cx="0" cy="0"/>
          <a:chOff x="0" y="0"/>
          <a:chExt cx="0" cy="0"/>
        </a:xfrm>
      </p:grpSpPr>
      <p:sp>
        <p:nvSpPr>
          <p:cNvPr id="285" name="Google Shape;285;p50"/>
          <p:cNvSpPr/>
          <p:nvPr>
            <p:ph idx="2" type="pic"/>
          </p:nvPr>
        </p:nvSpPr>
        <p:spPr>
          <a:xfrm>
            <a:off x="0" y="0"/>
            <a:ext cx="9144000" cy="5143500"/>
          </a:xfrm>
          <a:prstGeom prst="rect">
            <a:avLst/>
          </a:prstGeom>
          <a:noFill/>
          <a:ln>
            <a:noFill/>
          </a:ln>
        </p:spPr>
      </p:sp>
      <p:sp>
        <p:nvSpPr>
          <p:cNvPr id="286" name="Google Shape;286;p50"/>
          <p:cNvSpPr txBox="1"/>
          <p:nvPr>
            <p:ph idx="1" type="body"/>
          </p:nvPr>
        </p:nvSpPr>
        <p:spPr>
          <a:xfrm>
            <a:off x="4655675" y="956675"/>
            <a:ext cx="3965400" cy="775200"/>
          </a:xfrm>
          <a:prstGeom prst="rect">
            <a:avLst/>
          </a:prstGeom>
          <a:solidFill>
            <a:schemeClr val="lt1"/>
          </a:solidFill>
        </p:spPr>
        <p:txBody>
          <a:bodyPr anchorCtr="0" anchor="t" bIns="274300" lIns="274300" spcFirstLastPara="1" rIns="274300" wrap="square" tIns="0">
            <a:noAutofit/>
          </a:bodyPr>
          <a:lstStyle>
            <a:lvl1pPr indent="-298450" lvl="0" marL="457200">
              <a:spcBef>
                <a:spcPts val="0"/>
              </a:spcBef>
              <a:spcAft>
                <a:spcPts val="0"/>
              </a:spcAft>
              <a:buClr>
                <a:schemeClr val="dk1"/>
              </a:buClr>
              <a:buSzPts val="1100"/>
              <a:buFont typeface="Barlow"/>
              <a:buChar char="●"/>
              <a:defRPr sz="1100">
                <a:latin typeface="Barlow"/>
                <a:ea typeface="Barlow"/>
                <a:cs typeface="Barlow"/>
                <a:sym typeface="Barlow"/>
              </a:defRPr>
            </a:lvl1pPr>
            <a:lvl2pPr indent="-298450" lvl="1" marL="914400">
              <a:spcBef>
                <a:spcPts val="0"/>
              </a:spcBef>
              <a:spcAft>
                <a:spcPts val="0"/>
              </a:spcAft>
              <a:buClr>
                <a:schemeClr val="dk1"/>
              </a:buClr>
              <a:buSzPts val="1100"/>
              <a:buFont typeface="Barlow"/>
              <a:buChar char="○"/>
              <a:defRPr sz="1100">
                <a:latin typeface="Barlow"/>
                <a:ea typeface="Barlow"/>
                <a:cs typeface="Barlow"/>
                <a:sym typeface="Barlow"/>
              </a:defRPr>
            </a:lvl2pPr>
            <a:lvl3pPr indent="-298450" lvl="2" marL="1371600">
              <a:spcBef>
                <a:spcPts val="0"/>
              </a:spcBef>
              <a:spcAft>
                <a:spcPts val="0"/>
              </a:spcAft>
              <a:buClr>
                <a:schemeClr val="dk1"/>
              </a:buClr>
              <a:buSzPts val="1100"/>
              <a:buFont typeface="Barlow"/>
              <a:buChar char="■"/>
              <a:defRPr sz="1100">
                <a:latin typeface="Barlow"/>
                <a:ea typeface="Barlow"/>
                <a:cs typeface="Barlow"/>
                <a:sym typeface="Barlow"/>
              </a:defRPr>
            </a:lvl3pPr>
            <a:lvl4pPr indent="-298450" lvl="3" marL="1828800">
              <a:spcBef>
                <a:spcPts val="0"/>
              </a:spcBef>
              <a:spcAft>
                <a:spcPts val="0"/>
              </a:spcAft>
              <a:buClr>
                <a:schemeClr val="dk1"/>
              </a:buClr>
              <a:buSzPts val="1100"/>
              <a:buFont typeface="Barlow"/>
              <a:buChar char="●"/>
              <a:defRPr sz="1100">
                <a:latin typeface="Barlow"/>
                <a:ea typeface="Barlow"/>
                <a:cs typeface="Barlow"/>
                <a:sym typeface="Barlow"/>
              </a:defRPr>
            </a:lvl4pPr>
            <a:lvl5pPr indent="-298450" lvl="4" marL="2286000">
              <a:spcBef>
                <a:spcPts val="0"/>
              </a:spcBef>
              <a:spcAft>
                <a:spcPts val="0"/>
              </a:spcAft>
              <a:buClr>
                <a:schemeClr val="dk1"/>
              </a:buClr>
              <a:buSzPts val="1100"/>
              <a:buFont typeface="Barlow"/>
              <a:buChar char="○"/>
              <a:defRPr>
                <a:latin typeface="Barlow"/>
                <a:ea typeface="Barlow"/>
                <a:cs typeface="Barlow"/>
                <a:sym typeface="Barlow"/>
              </a:defRPr>
            </a:lvl5pPr>
            <a:lvl6pPr indent="-298450" lvl="5" marL="2743200">
              <a:spcBef>
                <a:spcPts val="0"/>
              </a:spcBef>
              <a:spcAft>
                <a:spcPts val="0"/>
              </a:spcAft>
              <a:buClr>
                <a:schemeClr val="dk1"/>
              </a:buClr>
              <a:buSzPts val="1100"/>
              <a:buFont typeface="Barlow"/>
              <a:buChar char="■"/>
              <a:defRPr sz="1100">
                <a:latin typeface="Barlow"/>
                <a:ea typeface="Barlow"/>
                <a:cs typeface="Barlow"/>
                <a:sym typeface="Barlow"/>
              </a:defRPr>
            </a:lvl6pPr>
            <a:lvl7pPr indent="-298450" lvl="6" marL="3200400">
              <a:spcBef>
                <a:spcPts val="0"/>
              </a:spcBef>
              <a:spcAft>
                <a:spcPts val="0"/>
              </a:spcAft>
              <a:buClr>
                <a:schemeClr val="dk1"/>
              </a:buClr>
              <a:buSzPts val="1100"/>
              <a:buFont typeface="Barlow"/>
              <a:buChar char="●"/>
              <a:defRPr sz="1100">
                <a:latin typeface="Barlow"/>
                <a:ea typeface="Barlow"/>
                <a:cs typeface="Barlow"/>
                <a:sym typeface="Barlow"/>
              </a:defRPr>
            </a:lvl7pPr>
            <a:lvl8pPr indent="-298450" lvl="7" marL="3657600">
              <a:spcBef>
                <a:spcPts val="0"/>
              </a:spcBef>
              <a:spcAft>
                <a:spcPts val="0"/>
              </a:spcAft>
              <a:buClr>
                <a:schemeClr val="dk1"/>
              </a:buClr>
              <a:buSzPts val="1100"/>
              <a:buFont typeface="Barlow"/>
              <a:buChar char="○"/>
              <a:defRPr sz="1100">
                <a:latin typeface="Barlow"/>
                <a:ea typeface="Barlow"/>
                <a:cs typeface="Barlow"/>
                <a:sym typeface="Barlow"/>
              </a:defRPr>
            </a:lvl8pPr>
            <a:lvl9pPr indent="-298450" lvl="8" marL="4114800">
              <a:spcBef>
                <a:spcPts val="0"/>
              </a:spcBef>
              <a:spcAft>
                <a:spcPts val="0"/>
              </a:spcAft>
              <a:buClr>
                <a:schemeClr val="dk1"/>
              </a:buClr>
              <a:buSzPts val="1100"/>
              <a:buFont typeface="Barlow"/>
              <a:buChar char="■"/>
              <a:defRPr sz="1100">
                <a:latin typeface="Barlow"/>
                <a:ea typeface="Barlow"/>
                <a:cs typeface="Barlow"/>
                <a:sym typeface="Barlow"/>
              </a:defRPr>
            </a:lvl9pPr>
          </a:lstStyle>
          <a:p/>
        </p:txBody>
      </p:sp>
      <p:sp>
        <p:nvSpPr>
          <p:cNvPr id="287" name="Google Shape;287;p50"/>
          <p:cNvSpPr txBox="1"/>
          <p:nvPr>
            <p:ph idx="3" type="subTitle"/>
          </p:nvPr>
        </p:nvSpPr>
        <p:spPr>
          <a:xfrm>
            <a:off x="4655675" y="522900"/>
            <a:ext cx="3965400" cy="442800"/>
          </a:xfrm>
          <a:prstGeom prst="rect">
            <a:avLst/>
          </a:prstGeom>
          <a:solidFill>
            <a:schemeClr val="lt1"/>
          </a:solidFill>
        </p:spPr>
        <p:txBody>
          <a:bodyPr anchorCtr="0" anchor="b" bIns="0" lIns="274300" spcFirstLastPara="1" rIns="274300" wrap="square" tIns="27430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88" name="Google Shape;288;p50"/>
          <p:cNvSpPr txBox="1"/>
          <p:nvPr>
            <p:ph idx="4" type="body"/>
          </p:nvPr>
        </p:nvSpPr>
        <p:spPr>
          <a:xfrm>
            <a:off x="524350" y="4144800"/>
            <a:ext cx="1558800" cy="475800"/>
          </a:xfrm>
          <a:prstGeom prst="rect">
            <a:avLst/>
          </a:prstGeom>
          <a:solidFill>
            <a:schemeClr val="lt1"/>
          </a:solidFill>
        </p:spPr>
        <p:txBody>
          <a:bodyPr anchorCtr="0" anchor="t" bIns="137150" lIns="137150" spcFirstLastPara="1" rIns="137150" wrap="square" tIns="137150">
            <a:noAutofit/>
          </a:bodyPr>
          <a:lstStyle>
            <a:lvl1pPr indent="-273050" lvl="0" marL="457200">
              <a:spcBef>
                <a:spcPts val="0"/>
              </a:spcBef>
              <a:spcAft>
                <a:spcPts val="0"/>
              </a:spcAft>
              <a:buClr>
                <a:schemeClr val="dk1"/>
              </a:buClr>
              <a:buSzPts val="700"/>
              <a:buFont typeface="Barlow"/>
              <a:buChar char="●"/>
              <a:defRPr sz="700">
                <a:latin typeface="Barlow"/>
                <a:ea typeface="Barlow"/>
                <a:cs typeface="Barlow"/>
                <a:sym typeface="Barlow"/>
              </a:defRPr>
            </a:lvl1pPr>
            <a:lvl2pPr indent="-273050" lvl="1" marL="914400">
              <a:spcBef>
                <a:spcPts val="0"/>
              </a:spcBef>
              <a:spcAft>
                <a:spcPts val="0"/>
              </a:spcAft>
              <a:buClr>
                <a:schemeClr val="dk1"/>
              </a:buClr>
              <a:buSzPts val="700"/>
              <a:buFont typeface="Barlow"/>
              <a:buChar char="○"/>
              <a:defRPr sz="700">
                <a:latin typeface="Barlow"/>
                <a:ea typeface="Barlow"/>
                <a:cs typeface="Barlow"/>
                <a:sym typeface="Barlow"/>
              </a:defRPr>
            </a:lvl2pPr>
            <a:lvl3pPr indent="-273050" lvl="2" marL="1371600">
              <a:spcBef>
                <a:spcPts val="0"/>
              </a:spcBef>
              <a:spcAft>
                <a:spcPts val="0"/>
              </a:spcAft>
              <a:buClr>
                <a:schemeClr val="dk1"/>
              </a:buClr>
              <a:buSzPts val="700"/>
              <a:buFont typeface="Barlow"/>
              <a:buChar char="■"/>
              <a:defRPr sz="700">
                <a:latin typeface="Barlow"/>
                <a:ea typeface="Barlow"/>
                <a:cs typeface="Barlow"/>
                <a:sym typeface="Barlow"/>
              </a:defRPr>
            </a:lvl3pPr>
            <a:lvl4pPr indent="-273050" lvl="3" marL="1828800">
              <a:spcBef>
                <a:spcPts val="0"/>
              </a:spcBef>
              <a:spcAft>
                <a:spcPts val="0"/>
              </a:spcAft>
              <a:buClr>
                <a:schemeClr val="dk1"/>
              </a:buClr>
              <a:buSzPts val="700"/>
              <a:buFont typeface="Barlow"/>
              <a:buChar char="●"/>
              <a:defRPr sz="700">
                <a:latin typeface="Barlow"/>
                <a:ea typeface="Barlow"/>
                <a:cs typeface="Barlow"/>
                <a:sym typeface="Barlow"/>
              </a:defRPr>
            </a:lvl4pPr>
            <a:lvl5pPr indent="-273050" lvl="4" marL="2286000">
              <a:spcBef>
                <a:spcPts val="0"/>
              </a:spcBef>
              <a:spcAft>
                <a:spcPts val="0"/>
              </a:spcAft>
              <a:buClr>
                <a:schemeClr val="dk1"/>
              </a:buClr>
              <a:buSzPts val="700"/>
              <a:buFont typeface="Barlow"/>
              <a:buChar char="○"/>
              <a:defRPr sz="700">
                <a:latin typeface="Barlow"/>
                <a:ea typeface="Barlow"/>
                <a:cs typeface="Barlow"/>
                <a:sym typeface="Barlow"/>
              </a:defRPr>
            </a:lvl5pPr>
            <a:lvl6pPr indent="-273050" lvl="5" marL="2743200">
              <a:spcBef>
                <a:spcPts val="0"/>
              </a:spcBef>
              <a:spcAft>
                <a:spcPts val="0"/>
              </a:spcAft>
              <a:buClr>
                <a:schemeClr val="dk1"/>
              </a:buClr>
              <a:buSzPts val="700"/>
              <a:buFont typeface="Barlow"/>
              <a:buChar char="■"/>
              <a:defRPr sz="700">
                <a:latin typeface="Barlow"/>
                <a:ea typeface="Barlow"/>
                <a:cs typeface="Barlow"/>
                <a:sym typeface="Barlow"/>
              </a:defRPr>
            </a:lvl6pPr>
            <a:lvl7pPr indent="-273050" lvl="6" marL="3200400">
              <a:spcBef>
                <a:spcPts val="0"/>
              </a:spcBef>
              <a:spcAft>
                <a:spcPts val="0"/>
              </a:spcAft>
              <a:buClr>
                <a:schemeClr val="dk1"/>
              </a:buClr>
              <a:buSzPts val="700"/>
              <a:buFont typeface="Barlow"/>
              <a:buChar char="●"/>
              <a:defRPr sz="700">
                <a:latin typeface="Barlow"/>
                <a:ea typeface="Barlow"/>
                <a:cs typeface="Barlow"/>
                <a:sym typeface="Barlow"/>
              </a:defRPr>
            </a:lvl7pPr>
            <a:lvl8pPr indent="-273050" lvl="7" marL="3657600">
              <a:spcBef>
                <a:spcPts val="0"/>
              </a:spcBef>
              <a:spcAft>
                <a:spcPts val="0"/>
              </a:spcAft>
              <a:buClr>
                <a:schemeClr val="dk1"/>
              </a:buClr>
              <a:buSzPts val="700"/>
              <a:buFont typeface="Barlow"/>
              <a:buChar char="○"/>
              <a:defRPr sz="700">
                <a:latin typeface="Barlow"/>
                <a:ea typeface="Barlow"/>
                <a:cs typeface="Barlow"/>
                <a:sym typeface="Barlow"/>
              </a:defRPr>
            </a:lvl8pPr>
            <a:lvl9pPr indent="-273050" lvl="8" marL="4114800">
              <a:spcBef>
                <a:spcPts val="0"/>
              </a:spcBef>
              <a:spcAft>
                <a:spcPts val="0"/>
              </a:spcAft>
              <a:buClr>
                <a:schemeClr val="dk1"/>
              </a:buClr>
              <a:buSzPts val="700"/>
              <a:buFont typeface="Barlow"/>
              <a:buChar char="■"/>
              <a:defRPr sz="700">
                <a:latin typeface="Barlow"/>
                <a:ea typeface="Barlow"/>
                <a:cs typeface="Barlow"/>
                <a:sym typeface="Barlow"/>
              </a:defRPr>
            </a:lvl9pPr>
          </a:lstStyle>
          <a:p/>
        </p:txBody>
      </p:sp>
      <p:sp>
        <p:nvSpPr>
          <p:cNvPr id="289" name="Google Shape;289;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a:ea typeface="Barlow"/>
                <a:cs typeface="Barlow"/>
                <a:sym typeface="Barlow"/>
              </a:defRPr>
            </a:lvl1pPr>
            <a:lvl2pPr lvl="1">
              <a:buNone/>
              <a:defRPr>
                <a:latin typeface="Barlow"/>
                <a:ea typeface="Barlow"/>
                <a:cs typeface="Barlow"/>
                <a:sym typeface="Barlow"/>
              </a:defRPr>
            </a:lvl2pPr>
            <a:lvl3pPr lvl="2">
              <a:buNone/>
              <a:defRPr>
                <a:latin typeface="Barlow"/>
                <a:ea typeface="Barlow"/>
                <a:cs typeface="Barlow"/>
                <a:sym typeface="Barlow"/>
              </a:defRPr>
            </a:lvl3pPr>
            <a:lvl4pPr lvl="3">
              <a:buNone/>
              <a:defRPr>
                <a:latin typeface="Barlow"/>
                <a:ea typeface="Barlow"/>
                <a:cs typeface="Barlow"/>
                <a:sym typeface="Barlow"/>
              </a:defRPr>
            </a:lvl4pPr>
            <a:lvl5pPr lvl="4">
              <a:buNone/>
              <a:defRPr>
                <a:latin typeface="Barlow"/>
                <a:ea typeface="Barlow"/>
                <a:cs typeface="Barlow"/>
                <a:sym typeface="Barlow"/>
              </a:defRPr>
            </a:lvl5pPr>
            <a:lvl6pPr lvl="5">
              <a:buNone/>
              <a:defRPr>
                <a:latin typeface="Barlow"/>
                <a:ea typeface="Barlow"/>
                <a:cs typeface="Barlow"/>
                <a:sym typeface="Barlow"/>
              </a:defRPr>
            </a:lvl6pPr>
            <a:lvl7pPr lvl="6">
              <a:buNone/>
              <a:defRPr>
                <a:latin typeface="Barlow"/>
                <a:ea typeface="Barlow"/>
                <a:cs typeface="Barlow"/>
                <a:sym typeface="Barlow"/>
              </a:defRPr>
            </a:lvl7pPr>
            <a:lvl8pPr lvl="7">
              <a:buNone/>
              <a:defRPr>
                <a:latin typeface="Barlow"/>
                <a:ea typeface="Barlow"/>
                <a:cs typeface="Barlow"/>
                <a:sym typeface="Barlow"/>
              </a:defRPr>
            </a:lvl8pPr>
            <a:lvl9pPr lvl="8">
              <a:buNone/>
              <a:defRPr>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
  <p:cSld name="CUSTOM_1">
    <p:bg>
      <p:bgPr>
        <a:solidFill>
          <a:schemeClr val="lt2"/>
        </a:solidFill>
      </p:bgPr>
    </p:bg>
    <p:spTree>
      <p:nvGrpSpPr>
        <p:cNvPr id="290" name="Shape 290"/>
        <p:cNvGrpSpPr/>
        <p:nvPr/>
      </p:nvGrpSpPr>
      <p:grpSpPr>
        <a:xfrm>
          <a:off x="0" y="0"/>
          <a:ext cx="0" cy="0"/>
          <a:chOff x="0" y="0"/>
          <a:chExt cx="0" cy="0"/>
        </a:xfrm>
      </p:grpSpPr>
      <p:sp>
        <p:nvSpPr>
          <p:cNvPr id="291" name="Google Shape;291;p51"/>
          <p:cNvSpPr/>
          <p:nvPr>
            <p:ph idx="2" type="pic"/>
          </p:nvPr>
        </p:nvSpPr>
        <p:spPr>
          <a:xfrm>
            <a:off x="5485725" y="523025"/>
            <a:ext cx="3135300" cy="4097700"/>
          </a:xfrm>
          <a:prstGeom prst="roundRect">
            <a:avLst>
              <a:gd fmla="val 16667" name="adj"/>
            </a:avLst>
          </a:prstGeom>
          <a:noFill/>
          <a:ln>
            <a:noFill/>
          </a:ln>
        </p:spPr>
      </p:sp>
      <p:sp>
        <p:nvSpPr>
          <p:cNvPr id="292" name="Google Shape;292;p51"/>
          <p:cNvSpPr txBox="1"/>
          <p:nvPr>
            <p:ph type="title"/>
          </p:nvPr>
        </p:nvSpPr>
        <p:spPr>
          <a:xfrm>
            <a:off x="591441" y="391675"/>
            <a:ext cx="4397400" cy="3178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93" name="Google Shape;293;p51"/>
          <p:cNvSpPr txBox="1"/>
          <p:nvPr>
            <p:ph idx="1" type="body"/>
          </p:nvPr>
        </p:nvSpPr>
        <p:spPr>
          <a:xfrm>
            <a:off x="638750" y="4413181"/>
            <a:ext cx="5537100" cy="310500"/>
          </a:xfrm>
          <a:prstGeom prst="rect">
            <a:avLst/>
          </a:prstGeom>
        </p:spPr>
        <p:txBody>
          <a:bodyPr anchorCtr="0" anchor="b" bIns="91425" lIns="91425" spcFirstLastPara="1" rIns="91425" wrap="square" tIns="91425">
            <a:noAutofit/>
          </a:bodyPr>
          <a:lstStyle>
            <a:lvl1pPr indent="-298450" lvl="0" marL="4572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1pPr>
            <a:lvl2pPr indent="-298450" lvl="1" marL="9144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2pPr>
            <a:lvl3pPr indent="-298450" lvl="2" marL="13716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3pPr>
            <a:lvl4pPr indent="-298450" lvl="3" marL="18288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4pPr>
            <a:lvl5pPr indent="-298450" lvl="4" marL="2286000">
              <a:spcBef>
                <a:spcPts val="0"/>
              </a:spcBef>
              <a:spcAft>
                <a:spcPts val="0"/>
              </a:spcAft>
              <a:buClr>
                <a:schemeClr val="lt1"/>
              </a:buClr>
              <a:buSzPts val="1100"/>
              <a:buFont typeface="Barlow Medium"/>
              <a:buChar char="○"/>
              <a:defRPr>
                <a:solidFill>
                  <a:schemeClr val="lt1"/>
                </a:solidFill>
                <a:latin typeface="Barlow Medium"/>
                <a:ea typeface="Barlow Medium"/>
                <a:cs typeface="Barlow Medium"/>
                <a:sym typeface="Barlow Medium"/>
              </a:defRPr>
            </a:lvl5pPr>
            <a:lvl6pPr indent="-298450" lvl="5" marL="27432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6pPr>
            <a:lvl7pPr indent="-298450" lvl="6" marL="32004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7pPr>
            <a:lvl8pPr indent="-298450" lvl="7" marL="36576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8pPr>
            <a:lvl9pPr indent="-298450" lvl="8" marL="41148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9pPr>
          </a:lstStyle>
          <a:p/>
        </p:txBody>
      </p:sp>
      <p:sp>
        <p:nvSpPr>
          <p:cNvPr id="294" name="Google Shape;294;p51"/>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 5 Images">
  <p:cSld name="CUSTOM_2">
    <p:bg>
      <p:bgPr>
        <a:solidFill>
          <a:schemeClr val="dk1"/>
        </a:solidFill>
      </p:bgPr>
    </p:bg>
    <p:spTree>
      <p:nvGrpSpPr>
        <p:cNvPr id="295" name="Shape 295"/>
        <p:cNvGrpSpPr/>
        <p:nvPr/>
      </p:nvGrpSpPr>
      <p:grpSpPr>
        <a:xfrm>
          <a:off x="0" y="0"/>
          <a:ext cx="0" cy="0"/>
          <a:chOff x="0" y="0"/>
          <a:chExt cx="0" cy="0"/>
        </a:xfrm>
      </p:grpSpPr>
      <p:sp>
        <p:nvSpPr>
          <p:cNvPr id="296" name="Google Shape;296;p52"/>
          <p:cNvSpPr txBox="1"/>
          <p:nvPr>
            <p:ph idx="1" type="body"/>
          </p:nvPr>
        </p:nvSpPr>
        <p:spPr>
          <a:xfrm>
            <a:off x="5481425" y="271557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97" name="Google Shape;297;p52"/>
          <p:cNvSpPr txBox="1"/>
          <p:nvPr>
            <p:ph idx="2" type="body"/>
          </p:nvPr>
        </p:nvSpPr>
        <p:spPr>
          <a:xfrm>
            <a:off x="3918400" y="27157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98" name="Google Shape;298;p52"/>
          <p:cNvSpPr txBox="1"/>
          <p:nvPr>
            <p:ph idx="3" type="body"/>
          </p:nvPr>
        </p:nvSpPr>
        <p:spPr>
          <a:xfrm>
            <a:off x="2349550" y="271557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99" name="Google Shape;299;p52"/>
          <p:cNvSpPr txBox="1"/>
          <p:nvPr>
            <p:ph idx="4" type="body"/>
          </p:nvPr>
        </p:nvSpPr>
        <p:spPr>
          <a:xfrm>
            <a:off x="7911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00" name="Google Shape;300;p52"/>
          <p:cNvSpPr txBox="1"/>
          <p:nvPr>
            <p:ph idx="5" type="body"/>
          </p:nvPr>
        </p:nvSpPr>
        <p:spPr>
          <a:xfrm>
            <a:off x="7911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01" name="Google Shape;301;p52"/>
          <p:cNvSpPr txBox="1"/>
          <p:nvPr>
            <p:ph idx="6" type="body"/>
          </p:nvPr>
        </p:nvSpPr>
        <p:spPr>
          <a:xfrm>
            <a:off x="70444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302" name="Google Shape;302;p52"/>
          <p:cNvCxnSpPr/>
          <p:nvPr/>
        </p:nvCxnSpPr>
        <p:spPr>
          <a:xfrm rot="10800000">
            <a:off x="827250" y="1481375"/>
            <a:ext cx="7489500" cy="0"/>
          </a:xfrm>
          <a:prstGeom prst="straightConnector1">
            <a:avLst/>
          </a:prstGeom>
          <a:noFill/>
          <a:ln cap="flat" cmpd="sng" w="19050">
            <a:solidFill>
              <a:schemeClr val="accent1"/>
            </a:solidFill>
            <a:prstDash val="solid"/>
            <a:round/>
            <a:headEnd len="med" w="med" type="none"/>
            <a:tailEnd len="med" w="med" type="none"/>
          </a:ln>
        </p:spPr>
      </p:cxnSp>
      <p:sp>
        <p:nvSpPr>
          <p:cNvPr id="303" name="Google Shape;303;p52"/>
          <p:cNvSpPr/>
          <p:nvPr>
            <p:ph idx="7" type="pic"/>
          </p:nvPr>
        </p:nvSpPr>
        <p:spPr>
          <a:xfrm>
            <a:off x="7049625" y="523025"/>
            <a:ext cx="1305900" cy="1918500"/>
          </a:xfrm>
          <a:prstGeom prst="roundRect">
            <a:avLst>
              <a:gd fmla="val 16667" name="adj"/>
            </a:avLst>
          </a:prstGeom>
          <a:noFill/>
          <a:ln>
            <a:noFill/>
          </a:ln>
        </p:spPr>
      </p:sp>
      <p:sp>
        <p:nvSpPr>
          <p:cNvPr id="304" name="Google Shape;304;p52"/>
          <p:cNvSpPr/>
          <p:nvPr>
            <p:ph idx="8" type="pic"/>
          </p:nvPr>
        </p:nvSpPr>
        <p:spPr>
          <a:xfrm>
            <a:off x="784775" y="522100"/>
            <a:ext cx="1305900" cy="1918500"/>
          </a:xfrm>
          <a:prstGeom prst="roundRect">
            <a:avLst>
              <a:gd fmla="val 16667" name="adj"/>
            </a:avLst>
          </a:prstGeom>
          <a:noFill/>
          <a:ln>
            <a:noFill/>
          </a:ln>
        </p:spPr>
      </p:sp>
      <p:sp>
        <p:nvSpPr>
          <p:cNvPr id="305" name="Google Shape;305;p52"/>
          <p:cNvSpPr/>
          <p:nvPr>
            <p:ph idx="9" type="pic"/>
          </p:nvPr>
        </p:nvSpPr>
        <p:spPr>
          <a:xfrm>
            <a:off x="2343950" y="523500"/>
            <a:ext cx="1305900" cy="1918500"/>
          </a:xfrm>
          <a:prstGeom prst="roundRect">
            <a:avLst>
              <a:gd fmla="val 16667" name="adj"/>
            </a:avLst>
          </a:prstGeom>
          <a:noFill/>
          <a:ln>
            <a:noFill/>
          </a:ln>
        </p:spPr>
      </p:sp>
      <p:sp>
        <p:nvSpPr>
          <p:cNvPr id="306" name="Google Shape;306;p52"/>
          <p:cNvSpPr/>
          <p:nvPr>
            <p:ph idx="13" type="pic"/>
          </p:nvPr>
        </p:nvSpPr>
        <p:spPr>
          <a:xfrm>
            <a:off x="3915213" y="523500"/>
            <a:ext cx="1305900" cy="1918500"/>
          </a:xfrm>
          <a:prstGeom prst="roundRect">
            <a:avLst>
              <a:gd fmla="val 16667" name="adj"/>
            </a:avLst>
          </a:prstGeom>
          <a:noFill/>
          <a:ln>
            <a:noFill/>
          </a:ln>
        </p:spPr>
      </p:sp>
      <p:sp>
        <p:nvSpPr>
          <p:cNvPr id="307" name="Google Shape;307;p52"/>
          <p:cNvSpPr/>
          <p:nvPr>
            <p:ph idx="14" type="pic"/>
          </p:nvPr>
        </p:nvSpPr>
        <p:spPr>
          <a:xfrm>
            <a:off x="5490975" y="523500"/>
            <a:ext cx="1305900" cy="1918500"/>
          </a:xfrm>
          <a:prstGeom prst="roundRect">
            <a:avLst>
              <a:gd fmla="val 16667" name="adj"/>
            </a:avLst>
          </a:prstGeom>
          <a:noFill/>
          <a:ln>
            <a:noFill/>
          </a:ln>
        </p:spPr>
      </p:sp>
      <p:sp>
        <p:nvSpPr>
          <p:cNvPr id="308" name="Google Shape;308;p52"/>
          <p:cNvSpPr txBox="1"/>
          <p:nvPr>
            <p:ph idx="15" type="body"/>
          </p:nvPr>
        </p:nvSpPr>
        <p:spPr>
          <a:xfrm>
            <a:off x="5481425" y="4112700"/>
            <a:ext cx="28776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09" name="Google Shape;309;p52"/>
          <p:cNvSpPr txBox="1"/>
          <p:nvPr>
            <p:ph idx="16" type="subTitle"/>
          </p:nvPr>
        </p:nvSpPr>
        <p:spPr>
          <a:xfrm>
            <a:off x="5481425" y="3897300"/>
            <a:ext cx="2877600" cy="2154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310" name="Google Shape;310;p52"/>
          <p:cNvSpPr txBox="1"/>
          <p:nvPr>
            <p:ph idx="17" type="body"/>
          </p:nvPr>
        </p:nvSpPr>
        <p:spPr>
          <a:xfrm>
            <a:off x="23495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11" name="Google Shape;311;p52"/>
          <p:cNvSpPr txBox="1"/>
          <p:nvPr>
            <p:ph idx="18" type="body"/>
          </p:nvPr>
        </p:nvSpPr>
        <p:spPr>
          <a:xfrm>
            <a:off x="3915488"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12" name="Google Shape;312;p52"/>
          <p:cNvSpPr txBox="1"/>
          <p:nvPr>
            <p:ph idx="19" type="body"/>
          </p:nvPr>
        </p:nvSpPr>
        <p:spPr>
          <a:xfrm>
            <a:off x="5479963"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13" name="Google Shape;313;p52"/>
          <p:cNvSpPr txBox="1"/>
          <p:nvPr>
            <p:ph idx="20" type="body"/>
          </p:nvPr>
        </p:nvSpPr>
        <p:spPr>
          <a:xfrm>
            <a:off x="7047338"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14" name="Google Shape;314;p52"/>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egy Canvas / Line Graph">
  <p:cSld name="CUSTOM_3">
    <p:bg>
      <p:bgPr>
        <a:solidFill>
          <a:schemeClr val="dk1"/>
        </a:solidFill>
      </p:bgPr>
    </p:bg>
    <p:spTree>
      <p:nvGrpSpPr>
        <p:cNvPr id="315" name="Shape 315"/>
        <p:cNvGrpSpPr/>
        <p:nvPr/>
      </p:nvGrpSpPr>
      <p:grpSpPr>
        <a:xfrm>
          <a:off x="0" y="0"/>
          <a:ext cx="0" cy="0"/>
          <a:chOff x="0" y="0"/>
          <a:chExt cx="0" cy="0"/>
        </a:xfrm>
      </p:grpSpPr>
      <p:sp>
        <p:nvSpPr>
          <p:cNvPr id="316" name="Google Shape;316;p53"/>
          <p:cNvSpPr txBox="1"/>
          <p:nvPr>
            <p:ph idx="1" type="body"/>
          </p:nvPr>
        </p:nvSpPr>
        <p:spPr>
          <a:xfrm>
            <a:off x="3917825" y="4024920"/>
            <a:ext cx="44412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17" name="Google Shape;317;p53"/>
          <p:cNvSpPr txBox="1"/>
          <p:nvPr>
            <p:ph idx="2" type="subTitle"/>
          </p:nvPr>
        </p:nvSpPr>
        <p:spPr>
          <a:xfrm>
            <a:off x="783675" y="3967895"/>
            <a:ext cx="2877600" cy="4311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1pPr>
            <a:lvl2pPr lvl="1">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2pPr>
            <a:lvl3pPr lvl="2">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3pPr>
            <a:lvl4pPr lvl="3">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4pPr>
            <a:lvl5pPr lvl="4">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5pPr>
            <a:lvl6pPr lvl="5">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6pPr>
            <a:lvl7pPr lvl="6">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7pPr>
            <a:lvl8pPr lvl="7">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8pPr>
            <a:lvl9pPr lvl="8">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9pPr>
          </a:lstStyle>
          <a:p/>
        </p:txBody>
      </p:sp>
      <p:sp>
        <p:nvSpPr>
          <p:cNvPr id="318" name="Google Shape;318;p53"/>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4">
    <p:spTree>
      <p:nvGrpSpPr>
        <p:cNvPr id="319" name="Shape 319"/>
        <p:cNvGrpSpPr/>
        <p:nvPr/>
      </p:nvGrpSpPr>
      <p:grpSpPr>
        <a:xfrm>
          <a:off x="0" y="0"/>
          <a:ext cx="0" cy="0"/>
          <a:chOff x="0" y="0"/>
          <a:chExt cx="0" cy="0"/>
        </a:xfrm>
      </p:grpSpPr>
      <p:sp>
        <p:nvSpPr>
          <p:cNvPr id="320" name="Google Shape;320;p54"/>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321" name="Google Shape;321;p54"/>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2"/>
              </a:buClr>
              <a:buSzPts val="12800"/>
              <a:buNone/>
              <a:defRPr sz="12800">
                <a:solidFill>
                  <a:schemeClr val="accent2"/>
                </a:solidFill>
              </a:defRPr>
            </a:lvl1pPr>
            <a:lvl2pPr lvl="1"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2pPr>
            <a:lvl3pPr lvl="2"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3pPr>
            <a:lvl4pPr lvl="3"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4pPr>
            <a:lvl5pPr lvl="4"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5pPr>
            <a:lvl6pPr lvl="5"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6pPr>
            <a:lvl7pPr lvl="6"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7pPr>
            <a:lvl8pPr lvl="7"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8pPr>
            <a:lvl9pPr lvl="8"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9pPr>
          </a:lstStyle>
          <a:p/>
        </p:txBody>
      </p:sp>
      <p:sp>
        <p:nvSpPr>
          <p:cNvPr id="322" name="Google Shape;322;p5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s / Objectives">
  <p:cSld name="CUSTOM_5">
    <p:bg>
      <p:bgPr>
        <a:solidFill>
          <a:schemeClr val="dk1"/>
        </a:solidFill>
      </p:bgPr>
    </p:bg>
    <p:spTree>
      <p:nvGrpSpPr>
        <p:cNvPr id="323" name="Shape 323"/>
        <p:cNvGrpSpPr/>
        <p:nvPr/>
      </p:nvGrpSpPr>
      <p:grpSpPr>
        <a:xfrm>
          <a:off x="0" y="0"/>
          <a:ext cx="0" cy="0"/>
          <a:chOff x="0" y="0"/>
          <a:chExt cx="0" cy="0"/>
        </a:xfrm>
      </p:grpSpPr>
      <p:sp>
        <p:nvSpPr>
          <p:cNvPr id="324" name="Google Shape;324;p55"/>
          <p:cNvSpPr/>
          <p:nvPr/>
        </p:nvSpPr>
        <p:spPr>
          <a:xfrm rot="-5400000">
            <a:off x="4090300" y="-436575"/>
            <a:ext cx="4099200" cy="6015000"/>
          </a:xfrm>
          <a:prstGeom prst="round2SameRect">
            <a:avLst>
              <a:gd fmla="val 16667" name="adj1"/>
              <a:gd fmla="val 0"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
        <p:nvSpPr>
          <p:cNvPr id="325" name="Google Shape;325;p55"/>
          <p:cNvSpPr txBox="1"/>
          <p:nvPr>
            <p:ph idx="1" type="body"/>
          </p:nvPr>
        </p:nvSpPr>
        <p:spPr>
          <a:xfrm>
            <a:off x="3918400" y="3680775"/>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26" name="Google Shape;326;p55"/>
          <p:cNvSpPr txBox="1"/>
          <p:nvPr>
            <p:ph idx="2" type="body"/>
          </p:nvPr>
        </p:nvSpPr>
        <p:spPr>
          <a:xfrm>
            <a:off x="3918400" y="37808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27" name="Google Shape;327;p55"/>
          <p:cNvSpPr txBox="1"/>
          <p:nvPr>
            <p:ph idx="3" type="body"/>
          </p:nvPr>
        </p:nvSpPr>
        <p:spPr>
          <a:xfrm>
            <a:off x="7044450" y="36805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28" name="Google Shape;328;p55"/>
          <p:cNvSpPr txBox="1"/>
          <p:nvPr>
            <p:ph idx="4" type="body"/>
          </p:nvPr>
        </p:nvSpPr>
        <p:spPr>
          <a:xfrm>
            <a:off x="7044450" y="37806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29" name="Google Shape;329;p55"/>
          <p:cNvSpPr/>
          <p:nvPr>
            <p:ph idx="5" type="pic"/>
          </p:nvPr>
        </p:nvSpPr>
        <p:spPr>
          <a:xfrm>
            <a:off x="7049625" y="1588125"/>
            <a:ext cx="1305900" cy="1918500"/>
          </a:xfrm>
          <a:prstGeom prst="roundRect">
            <a:avLst>
              <a:gd fmla="val 16667" name="adj"/>
            </a:avLst>
          </a:prstGeom>
          <a:noFill/>
          <a:ln>
            <a:noFill/>
          </a:ln>
        </p:spPr>
      </p:sp>
      <p:sp>
        <p:nvSpPr>
          <p:cNvPr id="330" name="Google Shape;330;p55"/>
          <p:cNvSpPr/>
          <p:nvPr>
            <p:ph idx="6" type="pic"/>
          </p:nvPr>
        </p:nvSpPr>
        <p:spPr>
          <a:xfrm>
            <a:off x="3915213" y="1588600"/>
            <a:ext cx="1305900" cy="1918500"/>
          </a:xfrm>
          <a:prstGeom prst="roundRect">
            <a:avLst>
              <a:gd fmla="val 16667" name="adj"/>
            </a:avLst>
          </a:prstGeom>
          <a:noFill/>
          <a:ln>
            <a:noFill/>
          </a:ln>
        </p:spPr>
      </p:sp>
      <p:sp>
        <p:nvSpPr>
          <p:cNvPr id="331" name="Google Shape;331;p55"/>
          <p:cNvSpPr/>
          <p:nvPr>
            <p:ph idx="7" type="pic"/>
          </p:nvPr>
        </p:nvSpPr>
        <p:spPr>
          <a:xfrm>
            <a:off x="5490975" y="1588600"/>
            <a:ext cx="1305900" cy="1918500"/>
          </a:xfrm>
          <a:prstGeom prst="roundRect">
            <a:avLst>
              <a:gd fmla="val 16667" name="adj"/>
            </a:avLst>
          </a:prstGeom>
          <a:noFill/>
          <a:ln>
            <a:noFill/>
          </a:ln>
        </p:spPr>
      </p:sp>
      <p:sp>
        <p:nvSpPr>
          <p:cNvPr id="332" name="Google Shape;332;p55"/>
          <p:cNvSpPr txBox="1"/>
          <p:nvPr>
            <p:ph idx="8" type="subTitle"/>
          </p:nvPr>
        </p:nvSpPr>
        <p:spPr>
          <a:xfrm>
            <a:off x="3918800" y="10345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333" name="Google Shape;333;p55"/>
          <p:cNvSpPr txBox="1"/>
          <p:nvPr>
            <p:ph idx="9" type="subTitle"/>
          </p:nvPr>
        </p:nvSpPr>
        <p:spPr>
          <a:xfrm>
            <a:off x="5484775" y="10345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334" name="Google Shape;334;p55"/>
          <p:cNvSpPr txBox="1"/>
          <p:nvPr>
            <p:ph idx="13" type="subTitle"/>
          </p:nvPr>
        </p:nvSpPr>
        <p:spPr>
          <a:xfrm>
            <a:off x="7050750" y="10327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335" name="Google Shape;335;p55"/>
          <p:cNvSpPr txBox="1"/>
          <p:nvPr>
            <p:ph idx="14" type="body"/>
          </p:nvPr>
        </p:nvSpPr>
        <p:spPr>
          <a:xfrm>
            <a:off x="507400" y="1828050"/>
            <a:ext cx="2136300" cy="29733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accent2"/>
              </a:buClr>
              <a:buSzPts val="2800"/>
              <a:buChar char="●"/>
              <a:defRPr sz="2800">
                <a:solidFill>
                  <a:schemeClr val="accent2"/>
                </a:solidFill>
              </a:defRPr>
            </a:lvl1pPr>
            <a:lvl2pPr indent="-406400" lvl="1" marL="914400">
              <a:spcBef>
                <a:spcPts val="0"/>
              </a:spcBef>
              <a:spcAft>
                <a:spcPts val="0"/>
              </a:spcAft>
              <a:buClr>
                <a:schemeClr val="accent2"/>
              </a:buClr>
              <a:buSzPts val="2800"/>
              <a:buChar char="○"/>
              <a:defRPr sz="2800">
                <a:solidFill>
                  <a:schemeClr val="accent2"/>
                </a:solidFill>
              </a:defRPr>
            </a:lvl2pPr>
            <a:lvl3pPr indent="-406400" lvl="2" marL="1371600">
              <a:spcBef>
                <a:spcPts val="0"/>
              </a:spcBef>
              <a:spcAft>
                <a:spcPts val="0"/>
              </a:spcAft>
              <a:buClr>
                <a:schemeClr val="accent2"/>
              </a:buClr>
              <a:buSzPts val="2800"/>
              <a:buChar char="■"/>
              <a:defRPr sz="2800">
                <a:solidFill>
                  <a:schemeClr val="accent2"/>
                </a:solidFill>
              </a:defRPr>
            </a:lvl3pPr>
            <a:lvl4pPr indent="-406400" lvl="3" marL="1828800">
              <a:spcBef>
                <a:spcPts val="0"/>
              </a:spcBef>
              <a:spcAft>
                <a:spcPts val="0"/>
              </a:spcAft>
              <a:buClr>
                <a:schemeClr val="accent2"/>
              </a:buClr>
              <a:buSzPts val="2800"/>
              <a:buChar char="●"/>
              <a:defRPr sz="2800">
                <a:solidFill>
                  <a:schemeClr val="accent2"/>
                </a:solidFill>
              </a:defRPr>
            </a:lvl4pPr>
            <a:lvl5pPr indent="-406400" lvl="4" marL="2286000">
              <a:spcBef>
                <a:spcPts val="0"/>
              </a:spcBef>
              <a:spcAft>
                <a:spcPts val="0"/>
              </a:spcAft>
              <a:buClr>
                <a:schemeClr val="accent2"/>
              </a:buClr>
              <a:buSzPts val="2800"/>
              <a:buChar char="○"/>
              <a:defRPr sz="2800">
                <a:solidFill>
                  <a:schemeClr val="accent2"/>
                </a:solidFill>
              </a:defRPr>
            </a:lvl5pPr>
            <a:lvl6pPr indent="-406400" lvl="5" marL="2743200">
              <a:spcBef>
                <a:spcPts val="0"/>
              </a:spcBef>
              <a:spcAft>
                <a:spcPts val="0"/>
              </a:spcAft>
              <a:buClr>
                <a:schemeClr val="accent2"/>
              </a:buClr>
              <a:buSzPts val="2800"/>
              <a:buChar char="■"/>
              <a:defRPr sz="2800">
                <a:solidFill>
                  <a:schemeClr val="accent2"/>
                </a:solidFill>
              </a:defRPr>
            </a:lvl6pPr>
            <a:lvl7pPr indent="-406400" lvl="6" marL="3200400">
              <a:spcBef>
                <a:spcPts val="0"/>
              </a:spcBef>
              <a:spcAft>
                <a:spcPts val="0"/>
              </a:spcAft>
              <a:buClr>
                <a:schemeClr val="accent2"/>
              </a:buClr>
              <a:buSzPts val="2800"/>
              <a:buChar char="●"/>
              <a:defRPr sz="2800">
                <a:solidFill>
                  <a:schemeClr val="accent2"/>
                </a:solidFill>
              </a:defRPr>
            </a:lvl7pPr>
            <a:lvl8pPr indent="-406400" lvl="7" marL="3657600">
              <a:spcBef>
                <a:spcPts val="0"/>
              </a:spcBef>
              <a:spcAft>
                <a:spcPts val="0"/>
              </a:spcAft>
              <a:buClr>
                <a:schemeClr val="accent2"/>
              </a:buClr>
              <a:buSzPts val="2800"/>
              <a:buChar char="○"/>
              <a:defRPr sz="2800">
                <a:solidFill>
                  <a:schemeClr val="accent2"/>
                </a:solidFill>
              </a:defRPr>
            </a:lvl8pPr>
            <a:lvl9pPr indent="-406400" lvl="8" marL="4114800">
              <a:spcBef>
                <a:spcPts val="0"/>
              </a:spcBef>
              <a:spcAft>
                <a:spcPts val="0"/>
              </a:spcAft>
              <a:buClr>
                <a:schemeClr val="accent2"/>
              </a:buClr>
              <a:buSzPts val="2800"/>
              <a:buChar char="■"/>
              <a:defRPr sz="2800">
                <a:solidFill>
                  <a:schemeClr val="accent2"/>
                </a:solidFill>
              </a:defRPr>
            </a:lvl9pPr>
          </a:lstStyle>
          <a:p/>
        </p:txBody>
      </p:sp>
      <p:sp>
        <p:nvSpPr>
          <p:cNvPr id="336" name="Google Shape;336;p55"/>
          <p:cNvSpPr txBox="1"/>
          <p:nvPr>
            <p:ph idx="15" type="body"/>
          </p:nvPr>
        </p:nvSpPr>
        <p:spPr>
          <a:xfrm>
            <a:off x="5481425" y="3680775"/>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37" name="Google Shape;337;p55"/>
          <p:cNvSpPr txBox="1"/>
          <p:nvPr>
            <p:ph idx="16" type="body"/>
          </p:nvPr>
        </p:nvSpPr>
        <p:spPr>
          <a:xfrm>
            <a:off x="5481425" y="37808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38" name="Google Shape;338;p55"/>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32">
          <p15:clr>
            <a:srgbClr val="E46962"/>
          </p15:clr>
        </p15:guide>
        <p15:guide id="2" orient="horz" pos="2088">
          <p15:clr>
            <a:srgbClr val="E46962"/>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Plan + 5 Images">
  <p:cSld name="CUSTOM_6">
    <p:bg>
      <p:bgPr>
        <a:solidFill>
          <a:schemeClr val="accent6"/>
        </a:solidFill>
      </p:bgPr>
    </p:bg>
    <p:spTree>
      <p:nvGrpSpPr>
        <p:cNvPr id="339" name="Shape 339"/>
        <p:cNvGrpSpPr/>
        <p:nvPr/>
      </p:nvGrpSpPr>
      <p:grpSpPr>
        <a:xfrm>
          <a:off x="0" y="0"/>
          <a:ext cx="0" cy="0"/>
          <a:chOff x="0" y="0"/>
          <a:chExt cx="0" cy="0"/>
        </a:xfrm>
      </p:grpSpPr>
      <p:sp>
        <p:nvSpPr>
          <p:cNvPr id="340" name="Google Shape;340;p56"/>
          <p:cNvSpPr txBox="1"/>
          <p:nvPr>
            <p:ph idx="1" type="body"/>
          </p:nvPr>
        </p:nvSpPr>
        <p:spPr>
          <a:xfrm>
            <a:off x="7911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41" name="Google Shape;341;p56"/>
          <p:cNvSpPr txBox="1"/>
          <p:nvPr>
            <p:ph idx="2" type="body"/>
          </p:nvPr>
        </p:nvSpPr>
        <p:spPr>
          <a:xfrm>
            <a:off x="7911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342" name="Google Shape;342;p56"/>
          <p:cNvCxnSpPr/>
          <p:nvPr/>
        </p:nvCxnSpPr>
        <p:spPr>
          <a:xfrm rot="10800000">
            <a:off x="827250" y="1481375"/>
            <a:ext cx="7489500" cy="0"/>
          </a:xfrm>
          <a:prstGeom prst="straightConnector1">
            <a:avLst/>
          </a:prstGeom>
          <a:noFill/>
          <a:ln cap="flat" cmpd="sng" w="19050">
            <a:solidFill>
              <a:schemeClr val="accent2"/>
            </a:solidFill>
            <a:prstDash val="solid"/>
            <a:round/>
            <a:headEnd len="med" w="med" type="none"/>
            <a:tailEnd len="med" w="med" type="none"/>
          </a:ln>
        </p:spPr>
      </p:cxnSp>
      <p:sp>
        <p:nvSpPr>
          <p:cNvPr id="343" name="Google Shape;343;p56"/>
          <p:cNvSpPr/>
          <p:nvPr>
            <p:ph idx="3" type="pic"/>
          </p:nvPr>
        </p:nvSpPr>
        <p:spPr>
          <a:xfrm>
            <a:off x="7049625" y="523025"/>
            <a:ext cx="1305900" cy="1918500"/>
          </a:xfrm>
          <a:prstGeom prst="roundRect">
            <a:avLst>
              <a:gd fmla="val 16667" name="adj"/>
            </a:avLst>
          </a:prstGeom>
          <a:noFill/>
          <a:ln>
            <a:noFill/>
          </a:ln>
        </p:spPr>
      </p:sp>
      <p:sp>
        <p:nvSpPr>
          <p:cNvPr id="344" name="Google Shape;344;p56"/>
          <p:cNvSpPr/>
          <p:nvPr>
            <p:ph idx="4" type="pic"/>
          </p:nvPr>
        </p:nvSpPr>
        <p:spPr>
          <a:xfrm>
            <a:off x="784775" y="522100"/>
            <a:ext cx="1305900" cy="1918500"/>
          </a:xfrm>
          <a:prstGeom prst="roundRect">
            <a:avLst>
              <a:gd fmla="val 16667" name="adj"/>
            </a:avLst>
          </a:prstGeom>
          <a:noFill/>
          <a:ln>
            <a:noFill/>
          </a:ln>
        </p:spPr>
      </p:sp>
      <p:sp>
        <p:nvSpPr>
          <p:cNvPr id="345" name="Google Shape;345;p56"/>
          <p:cNvSpPr/>
          <p:nvPr>
            <p:ph idx="5" type="pic"/>
          </p:nvPr>
        </p:nvSpPr>
        <p:spPr>
          <a:xfrm>
            <a:off x="2343950" y="523500"/>
            <a:ext cx="1305900" cy="1918500"/>
          </a:xfrm>
          <a:prstGeom prst="roundRect">
            <a:avLst>
              <a:gd fmla="val 16667" name="adj"/>
            </a:avLst>
          </a:prstGeom>
          <a:noFill/>
          <a:ln>
            <a:noFill/>
          </a:ln>
        </p:spPr>
      </p:sp>
      <p:sp>
        <p:nvSpPr>
          <p:cNvPr id="346" name="Google Shape;346;p56"/>
          <p:cNvSpPr/>
          <p:nvPr>
            <p:ph idx="6" type="pic"/>
          </p:nvPr>
        </p:nvSpPr>
        <p:spPr>
          <a:xfrm>
            <a:off x="3915213" y="523500"/>
            <a:ext cx="1305900" cy="1918500"/>
          </a:xfrm>
          <a:prstGeom prst="roundRect">
            <a:avLst>
              <a:gd fmla="val 16667" name="adj"/>
            </a:avLst>
          </a:prstGeom>
          <a:noFill/>
          <a:ln>
            <a:noFill/>
          </a:ln>
        </p:spPr>
      </p:sp>
      <p:sp>
        <p:nvSpPr>
          <p:cNvPr id="347" name="Google Shape;347;p56"/>
          <p:cNvSpPr/>
          <p:nvPr>
            <p:ph idx="7" type="pic"/>
          </p:nvPr>
        </p:nvSpPr>
        <p:spPr>
          <a:xfrm>
            <a:off x="5490975" y="523500"/>
            <a:ext cx="1305900" cy="1918500"/>
          </a:xfrm>
          <a:prstGeom prst="roundRect">
            <a:avLst>
              <a:gd fmla="val 16667" name="adj"/>
            </a:avLst>
          </a:prstGeom>
          <a:noFill/>
          <a:ln>
            <a:noFill/>
          </a:ln>
        </p:spPr>
      </p:sp>
      <p:sp>
        <p:nvSpPr>
          <p:cNvPr id="348" name="Google Shape;348;p56"/>
          <p:cNvSpPr txBox="1"/>
          <p:nvPr>
            <p:ph idx="8" type="body"/>
          </p:nvPr>
        </p:nvSpPr>
        <p:spPr>
          <a:xfrm>
            <a:off x="5481425" y="4112700"/>
            <a:ext cx="28776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49" name="Google Shape;349;p56"/>
          <p:cNvSpPr txBox="1"/>
          <p:nvPr>
            <p:ph idx="9" type="subTitle"/>
          </p:nvPr>
        </p:nvSpPr>
        <p:spPr>
          <a:xfrm>
            <a:off x="5481425" y="3897300"/>
            <a:ext cx="2877600" cy="2154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2pPr>
            <a:lvl3pPr lvl="2">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3pPr>
            <a:lvl4pPr lvl="3">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4pPr>
            <a:lvl5pPr lvl="4">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5pPr>
            <a:lvl6pPr lvl="5">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6pPr>
            <a:lvl7pPr lvl="6">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7pPr>
            <a:lvl8pPr lvl="7">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8pPr>
            <a:lvl9pPr lvl="8">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9pPr>
          </a:lstStyle>
          <a:p/>
        </p:txBody>
      </p:sp>
      <p:sp>
        <p:nvSpPr>
          <p:cNvPr id="350" name="Google Shape;350;p56"/>
          <p:cNvSpPr txBox="1"/>
          <p:nvPr>
            <p:ph idx="13" type="body"/>
          </p:nvPr>
        </p:nvSpPr>
        <p:spPr>
          <a:xfrm>
            <a:off x="23495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51" name="Google Shape;351;p56"/>
          <p:cNvSpPr txBox="1"/>
          <p:nvPr>
            <p:ph idx="14" type="body"/>
          </p:nvPr>
        </p:nvSpPr>
        <p:spPr>
          <a:xfrm>
            <a:off x="234950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52" name="Google Shape;352;p56"/>
          <p:cNvSpPr txBox="1"/>
          <p:nvPr>
            <p:ph idx="15" type="body"/>
          </p:nvPr>
        </p:nvSpPr>
        <p:spPr>
          <a:xfrm>
            <a:off x="39078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53" name="Google Shape;353;p56"/>
          <p:cNvSpPr txBox="1"/>
          <p:nvPr>
            <p:ph idx="16" type="body"/>
          </p:nvPr>
        </p:nvSpPr>
        <p:spPr>
          <a:xfrm>
            <a:off x="39078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54" name="Google Shape;354;p56"/>
          <p:cNvSpPr txBox="1"/>
          <p:nvPr>
            <p:ph idx="17" type="body"/>
          </p:nvPr>
        </p:nvSpPr>
        <p:spPr>
          <a:xfrm>
            <a:off x="5496525"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55" name="Google Shape;355;p56"/>
          <p:cNvSpPr txBox="1"/>
          <p:nvPr>
            <p:ph idx="18" type="body"/>
          </p:nvPr>
        </p:nvSpPr>
        <p:spPr>
          <a:xfrm>
            <a:off x="5496525"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56" name="Google Shape;356;p56"/>
          <p:cNvSpPr txBox="1"/>
          <p:nvPr>
            <p:ph idx="19" type="body"/>
          </p:nvPr>
        </p:nvSpPr>
        <p:spPr>
          <a:xfrm>
            <a:off x="70852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57" name="Google Shape;357;p56"/>
          <p:cNvSpPr txBox="1"/>
          <p:nvPr>
            <p:ph idx="20" type="body"/>
          </p:nvPr>
        </p:nvSpPr>
        <p:spPr>
          <a:xfrm>
            <a:off x="708520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58" name="Google Shape;358;p56"/>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Graphic">
  <p:cSld name="CUSTOM_9">
    <p:bg>
      <p:bgPr>
        <a:solidFill>
          <a:schemeClr val="dk1"/>
        </a:solidFill>
      </p:bgPr>
    </p:bg>
    <p:spTree>
      <p:nvGrpSpPr>
        <p:cNvPr id="359" name="Shape 359"/>
        <p:cNvGrpSpPr/>
        <p:nvPr/>
      </p:nvGrpSpPr>
      <p:grpSpPr>
        <a:xfrm>
          <a:off x="0" y="0"/>
          <a:ext cx="0" cy="0"/>
          <a:chOff x="0" y="0"/>
          <a:chExt cx="0" cy="0"/>
        </a:xfrm>
      </p:grpSpPr>
      <p:sp>
        <p:nvSpPr>
          <p:cNvPr id="360" name="Google Shape;360;p57"/>
          <p:cNvSpPr txBox="1"/>
          <p:nvPr>
            <p:ph idx="1" type="body"/>
          </p:nvPr>
        </p:nvSpPr>
        <p:spPr>
          <a:xfrm>
            <a:off x="3133000" y="514275"/>
            <a:ext cx="38907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61" name="Google Shape;361;p57"/>
          <p:cNvSpPr txBox="1"/>
          <p:nvPr>
            <p:ph idx="2" type="body"/>
          </p:nvPr>
        </p:nvSpPr>
        <p:spPr>
          <a:xfrm>
            <a:off x="657679" y="436194"/>
            <a:ext cx="2278800" cy="1985100"/>
          </a:xfrm>
          <a:prstGeom prst="rect">
            <a:avLst/>
          </a:prstGeom>
        </p:spPr>
        <p:txBody>
          <a:bodyPr anchorCtr="0" anchor="t" bIns="91425" lIns="91425" spcFirstLastPara="1" rIns="91425" wrap="square" tIns="91425">
            <a:noAutofit/>
          </a:bodyPr>
          <a:lstStyle>
            <a:lvl1pPr indent="-406400" lvl="0" marL="457200">
              <a:lnSpc>
                <a:spcPct val="80000"/>
              </a:lnSpc>
              <a:spcBef>
                <a:spcPts val="0"/>
              </a:spcBef>
              <a:spcAft>
                <a:spcPts val="0"/>
              </a:spcAft>
              <a:buClr>
                <a:schemeClr val="accent2"/>
              </a:buClr>
              <a:buSzPts val="2800"/>
              <a:buChar char="●"/>
              <a:defRPr sz="2800">
                <a:solidFill>
                  <a:schemeClr val="accent2"/>
                </a:solidFill>
              </a:defRPr>
            </a:lvl1pPr>
            <a:lvl2pPr indent="-406400" lvl="1" marL="914400">
              <a:lnSpc>
                <a:spcPct val="80000"/>
              </a:lnSpc>
              <a:spcBef>
                <a:spcPts val="0"/>
              </a:spcBef>
              <a:spcAft>
                <a:spcPts val="0"/>
              </a:spcAft>
              <a:buClr>
                <a:schemeClr val="accent2"/>
              </a:buClr>
              <a:buSzPts val="2800"/>
              <a:buChar char="○"/>
              <a:defRPr sz="2800">
                <a:solidFill>
                  <a:schemeClr val="accent2"/>
                </a:solidFill>
              </a:defRPr>
            </a:lvl2pPr>
            <a:lvl3pPr indent="-406400" lvl="2" marL="1371600">
              <a:lnSpc>
                <a:spcPct val="80000"/>
              </a:lnSpc>
              <a:spcBef>
                <a:spcPts val="0"/>
              </a:spcBef>
              <a:spcAft>
                <a:spcPts val="0"/>
              </a:spcAft>
              <a:buClr>
                <a:schemeClr val="accent2"/>
              </a:buClr>
              <a:buSzPts val="2800"/>
              <a:buChar char="■"/>
              <a:defRPr sz="2800">
                <a:solidFill>
                  <a:schemeClr val="accent2"/>
                </a:solidFill>
              </a:defRPr>
            </a:lvl3pPr>
            <a:lvl4pPr indent="-406400" lvl="3" marL="1828800">
              <a:lnSpc>
                <a:spcPct val="80000"/>
              </a:lnSpc>
              <a:spcBef>
                <a:spcPts val="0"/>
              </a:spcBef>
              <a:spcAft>
                <a:spcPts val="0"/>
              </a:spcAft>
              <a:buClr>
                <a:schemeClr val="accent2"/>
              </a:buClr>
              <a:buSzPts val="2800"/>
              <a:buChar char="●"/>
              <a:defRPr sz="2800">
                <a:solidFill>
                  <a:schemeClr val="accent2"/>
                </a:solidFill>
              </a:defRPr>
            </a:lvl4pPr>
            <a:lvl5pPr indent="-406400" lvl="4" marL="2286000">
              <a:lnSpc>
                <a:spcPct val="80000"/>
              </a:lnSpc>
              <a:spcBef>
                <a:spcPts val="0"/>
              </a:spcBef>
              <a:spcAft>
                <a:spcPts val="0"/>
              </a:spcAft>
              <a:buClr>
                <a:schemeClr val="accent2"/>
              </a:buClr>
              <a:buSzPts val="2800"/>
              <a:buChar char="○"/>
              <a:defRPr sz="2800">
                <a:solidFill>
                  <a:schemeClr val="accent2"/>
                </a:solidFill>
              </a:defRPr>
            </a:lvl5pPr>
            <a:lvl6pPr indent="-406400" lvl="5" marL="2743200">
              <a:lnSpc>
                <a:spcPct val="80000"/>
              </a:lnSpc>
              <a:spcBef>
                <a:spcPts val="0"/>
              </a:spcBef>
              <a:spcAft>
                <a:spcPts val="0"/>
              </a:spcAft>
              <a:buClr>
                <a:schemeClr val="accent2"/>
              </a:buClr>
              <a:buSzPts val="2800"/>
              <a:buChar char="■"/>
              <a:defRPr sz="2800">
                <a:solidFill>
                  <a:schemeClr val="accent2"/>
                </a:solidFill>
              </a:defRPr>
            </a:lvl6pPr>
            <a:lvl7pPr indent="-406400" lvl="6" marL="3200400">
              <a:lnSpc>
                <a:spcPct val="80000"/>
              </a:lnSpc>
              <a:spcBef>
                <a:spcPts val="0"/>
              </a:spcBef>
              <a:spcAft>
                <a:spcPts val="0"/>
              </a:spcAft>
              <a:buClr>
                <a:schemeClr val="accent2"/>
              </a:buClr>
              <a:buSzPts val="2800"/>
              <a:buChar char="●"/>
              <a:defRPr sz="2800">
                <a:solidFill>
                  <a:schemeClr val="accent2"/>
                </a:solidFill>
              </a:defRPr>
            </a:lvl7pPr>
            <a:lvl8pPr indent="-406400" lvl="7" marL="3657600">
              <a:lnSpc>
                <a:spcPct val="80000"/>
              </a:lnSpc>
              <a:spcBef>
                <a:spcPts val="0"/>
              </a:spcBef>
              <a:spcAft>
                <a:spcPts val="0"/>
              </a:spcAft>
              <a:buClr>
                <a:schemeClr val="accent2"/>
              </a:buClr>
              <a:buSzPts val="2800"/>
              <a:buChar char="○"/>
              <a:defRPr sz="2800">
                <a:solidFill>
                  <a:schemeClr val="accent2"/>
                </a:solidFill>
              </a:defRPr>
            </a:lvl8pPr>
            <a:lvl9pPr indent="-406400" lvl="8" marL="4114800">
              <a:lnSpc>
                <a:spcPct val="80000"/>
              </a:lnSpc>
              <a:spcBef>
                <a:spcPts val="0"/>
              </a:spcBef>
              <a:spcAft>
                <a:spcPts val="0"/>
              </a:spcAft>
              <a:buClr>
                <a:schemeClr val="accent2"/>
              </a:buClr>
              <a:buSzPts val="2800"/>
              <a:buChar char="■"/>
              <a:defRPr sz="2800">
                <a:solidFill>
                  <a:schemeClr val="accent2"/>
                </a:solidFill>
              </a:defRPr>
            </a:lvl9pPr>
          </a:lstStyle>
          <a:p/>
        </p:txBody>
      </p:sp>
      <p:sp>
        <p:nvSpPr>
          <p:cNvPr id="362" name="Google Shape;362;p5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94">
          <p15:clr>
            <a:srgbClr val="E46962"/>
          </p15:clr>
        </p15:guide>
        <p15:guide id="2" orient="horz" pos="504">
          <p15:clr>
            <a:srgbClr val="E46962"/>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enue / Graphic">
  <p:cSld name="CUSTOM_12">
    <p:bg>
      <p:bgPr>
        <a:solidFill>
          <a:schemeClr val="dk1"/>
        </a:solidFill>
      </p:bgPr>
    </p:bg>
    <p:spTree>
      <p:nvGrpSpPr>
        <p:cNvPr id="363" name="Shape 363"/>
        <p:cNvGrpSpPr/>
        <p:nvPr/>
      </p:nvGrpSpPr>
      <p:grpSpPr>
        <a:xfrm>
          <a:off x="0" y="0"/>
          <a:ext cx="0" cy="0"/>
          <a:chOff x="0" y="0"/>
          <a:chExt cx="0" cy="0"/>
        </a:xfrm>
      </p:grpSpPr>
      <p:sp>
        <p:nvSpPr>
          <p:cNvPr id="364" name="Google Shape;364;p58"/>
          <p:cNvSpPr txBox="1"/>
          <p:nvPr>
            <p:ph idx="1" type="body"/>
          </p:nvPr>
        </p:nvSpPr>
        <p:spPr>
          <a:xfrm>
            <a:off x="569725" y="3435300"/>
            <a:ext cx="2884200" cy="1185300"/>
          </a:xfrm>
          <a:prstGeom prst="rect">
            <a:avLst/>
          </a:prstGeom>
        </p:spPr>
        <p:txBody>
          <a:bodyPr anchorCtr="0" anchor="b"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65" name="Google Shape;365;p58"/>
          <p:cNvSpPr txBox="1"/>
          <p:nvPr>
            <p:ph idx="2" type="subTitle"/>
          </p:nvPr>
        </p:nvSpPr>
        <p:spPr>
          <a:xfrm>
            <a:off x="466802" y="445100"/>
            <a:ext cx="2403600" cy="537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SzPts val="1400"/>
              <a:buFont typeface="Hepta Slab Medium"/>
              <a:buNone/>
              <a:defRPr>
                <a:latin typeface="Hepta Slab Medium"/>
                <a:ea typeface="Hepta Slab Medium"/>
                <a:cs typeface="Hepta Slab Medium"/>
                <a:sym typeface="Hepta Slab Medium"/>
              </a:defRPr>
            </a:lvl2pPr>
            <a:lvl3pPr lvl="2">
              <a:spcBef>
                <a:spcPts val="0"/>
              </a:spcBef>
              <a:spcAft>
                <a:spcPts val="0"/>
              </a:spcAft>
              <a:buSzPts val="1400"/>
              <a:buFont typeface="Hepta Slab Medium"/>
              <a:buNone/>
              <a:defRPr>
                <a:latin typeface="Hepta Slab Medium"/>
                <a:ea typeface="Hepta Slab Medium"/>
                <a:cs typeface="Hepta Slab Medium"/>
                <a:sym typeface="Hepta Slab Medium"/>
              </a:defRPr>
            </a:lvl3pPr>
            <a:lvl4pPr lvl="3">
              <a:spcBef>
                <a:spcPts val="0"/>
              </a:spcBef>
              <a:spcAft>
                <a:spcPts val="0"/>
              </a:spcAft>
              <a:buSzPts val="1400"/>
              <a:buFont typeface="Hepta Slab Medium"/>
              <a:buNone/>
              <a:defRPr>
                <a:latin typeface="Hepta Slab Medium"/>
                <a:ea typeface="Hepta Slab Medium"/>
                <a:cs typeface="Hepta Slab Medium"/>
                <a:sym typeface="Hepta Slab Medium"/>
              </a:defRPr>
            </a:lvl4pPr>
            <a:lvl5pPr lvl="4">
              <a:spcBef>
                <a:spcPts val="0"/>
              </a:spcBef>
              <a:spcAft>
                <a:spcPts val="0"/>
              </a:spcAft>
              <a:buSzPts val="1400"/>
              <a:buFont typeface="Hepta Slab Medium"/>
              <a:buNone/>
              <a:defRPr>
                <a:latin typeface="Hepta Slab Medium"/>
                <a:ea typeface="Hepta Slab Medium"/>
                <a:cs typeface="Hepta Slab Medium"/>
                <a:sym typeface="Hepta Slab Medium"/>
              </a:defRPr>
            </a:lvl5pPr>
            <a:lvl6pPr lvl="5">
              <a:spcBef>
                <a:spcPts val="0"/>
              </a:spcBef>
              <a:spcAft>
                <a:spcPts val="0"/>
              </a:spcAft>
              <a:buSzPts val="1400"/>
              <a:buFont typeface="Hepta Slab Medium"/>
              <a:buNone/>
              <a:defRPr>
                <a:latin typeface="Hepta Slab Medium"/>
                <a:ea typeface="Hepta Slab Medium"/>
                <a:cs typeface="Hepta Slab Medium"/>
                <a:sym typeface="Hepta Slab Medium"/>
              </a:defRPr>
            </a:lvl6pPr>
            <a:lvl7pPr lvl="6">
              <a:spcBef>
                <a:spcPts val="0"/>
              </a:spcBef>
              <a:spcAft>
                <a:spcPts val="0"/>
              </a:spcAft>
              <a:buSzPts val="1400"/>
              <a:buFont typeface="Hepta Slab Medium"/>
              <a:buNone/>
              <a:defRPr>
                <a:latin typeface="Hepta Slab Medium"/>
                <a:ea typeface="Hepta Slab Medium"/>
                <a:cs typeface="Hepta Slab Medium"/>
                <a:sym typeface="Hepta Slab Medium"/>
              </a:defRPr>
            </a:lvl7pPr>
            <a:lvl8pPr lvl="7">
              <a:spcBef>
                <a:spcPts val="0"/>
              </a:spcBef>
              <a:spcAft>
                <a:spcPts val="0"/>
              </a:spcAft>
              <a:buSzPts val="1400"/>
              <a:buFont typeface="Hepta Slab Medium"/>
              <a:buNone/>
              <a:defRPr>
                <a:latin typeface="Hepta Slab Medium"/>
                <a:ea typeface="Hepta Slab Medium"/>
                <a:cs typeface="Hepta Slab Medium"/>
                <a:sym typeface="Hepta Slab Medium"/>
              </a:defRPr>
            </a:lvl8pPr>
            <a:lvl9pPr lvl="8">
              <a:spcBef>
                <a:spcPts val="0"/>
              </a:spcBef>
              <a:spcAft>
                <a:spcPts val="0"/>
              </a:spcAft>
              <a:buSzPts val="1400"/>
              <a:buFont typeface="Hepta Slab Medium"/>
              <a:buNone/>
              <a:defRPr>
                <a:latin typeface="Hepta Slab Medium"/>
                <a:ea typeface="Hepta Slab Medium"/>
                <a:cs typeface="Hepta Slab Medium"/>
                <a:sym typeface="Hepta Slab Medium"/>
              </a:defRPr>
            </a:lvl9pPr>
          </a:lstStyle>
          <a:p/>
        </p:txBody>
      </p:sp>
      <p:sp>
        <p:nvSpPr>
          <p:cNvPr id="366" name="Google Shape;366;p58"/>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1">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theme" Target="../theme/theme3.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9950" y="300125"/>
            <a:ext cx="8353800" cy="838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600"/>
              <a:buFont typeface="Hepta Slab"/>
              <a:buNone/>
              <a:defRPr sz="3600">
                <a:solidFill>
                  <a:schemeClr val="dk1"/>
                </a:solidFill>
                <a:latin typeface="Hepta Slab"/>
                <a:ea typeface="Hepta Slab"/>
                <a:cs typeface="Hepta Slab"/>
                <a:sym typeface="Hepta Slab"/>
              </a:defRPr>
            </a:lvl1pPr>
            <a:lvl2pPr lvl="1">
              <a:spcBef>
                <a:spcPts val="0"/>
              </a:spcBef>
              <a:spcAft>
                <a:spcPts val="0"/>
              </a:spcAft>
              <a:buSzPts val="1400"/>
              <a:buFont typeface="Hepta Slab"/>
              <a:buNone/>
              <a:defRPr>
                <a:latin typeface="Hepta Slab"/>
                <a:ea typeface="Hepta Slab"/>
                <a:cs typeface="Hepta Slab"/>
                <a:sym typeface="Hepta Slab"/>
              </a:defRPr>
            </a:lvl2pPr>
            <a:lvl3pPr lvl="2">
              <a:spcBef>
                <a:spcPts val="0"/>
              </a:spcBef>
              <a:spcAft>
                <a:spcPts val="0"/>
              </a:spcAft>
              <a:buSzPts val="1400"/>
              <a:buFont typeface="Hepta Slab"/>
              <a:buNone/>
              <a:defRPr>
                <a:latin typeface="Hepta Slab"/>
                <a:ea typeface="Hepta Slab"/>
                <a:cs typeface="Hepta Slab"/>
                <a:sym typeface="Hepta Slab"/>
              </a:defRPr>
            </a:lvl3pPr>
            <a:lvl4pPr lvl="3">
              <a:spcBef>
                <a:spcPts val="0"/>
              </a:spcBef>
              <a:spcAft>
                <a:spcPts val="0"/>
              </a:spcAft>
              <a:buSzPts val="1400"/>
              <a:buFont typeface="Hepta Slab"/>
              <a:buNone/>
              <a:defRPr>
                <a:latin typeface="Hepta Slab"/>
                <a:ea typeface="Hepta Slab"/>
                <a:cs typeface="Hepta Slab"/>
                <a:sym typeface="Hepta Slab"/>
              </a:defRPr>
            </a:lvl4pPr>
            <a:lvl5pPr lvl="4">
              <a:spcBef>
                <a:spcPts val="0"/>
              </a:spcBef>
              <a:spcAft>
                <a:spcPts val="0"/>
              </a:spcAft>
              <a:buSzPts val="1400"/>
              <a:buFont typeface="Hepta Slab"/>
              <a:buNone/>
              <a:defRPr>
                <a:latin typeface="Hepta Slab"/>
                <a:ea typeface="Hepta Slab"/>
                <a:cs typeface="Hepta Slab"/>
                <a:sym typeface="Hepta Slab"/>
              </a:defRPr>
            </a:lvl5pPr>
            <a:lvl6pPr lvl="5">
              <a:spcBef>
                <a:spcPts val="0"/>
              </a:spcBef>
              <a:spcAft>
                <a:spcPts val="0"/>
              </a:spcAft>
              <a:buSzPts val="1400"/>
              <a:buFont typeface="Hepta Slab"/>
              <a:buNone/>
              <a:defRPr>
                <a:latin typeface="Hepta Slab"/>
                <a:ea typeface="Hepta Slab"/>
                <a:cs typeface="Hepta Slab"/>
                <a:sym typeface="Hepta Slab"/>
              </a:defRPr>
            </a:lvl6pPr>
            <a:lvl7pPr lvl="6">
              <a:spcBef>
                <a:spcPts val="0"/>
              </a:spcBef>
              <a:spcAft>
                <a:spcPts val="0"/>
              </a:spcAft>
              <a:buSzPts val="1400"/>
              <a:buFont typeface="Hepta Slab"/>
              <a:buNone/>
              <a:defRPr>
                <a:latin typeface="Hepta Slab"/>
                <a:ea typeface="Hepta Slab"/>
                <a:cs typeface="Hepta Slab"/>
                <a:sym typeface="Hepta Slab"/>
              </a:defRPr>
            </a:lvl7pPr>
            <a:lvl8pPr lvl="7">
              <a:spcBef>
                <a:spcPts val="0"/>
              </a:spcBef>
              <a:spcAft>
                <a:spcPts val="0"/>
              </a:spcAft>
              <a:buSzPts val="1400"/>
              <a:buFont typeface="Hepta Slab"/>
              <a:buNone/>
              <a:defRPr>
                <a:latin typeface="Hepta Slab"/>
                <a:ea typeface="Hepta Slab"/>
                <a:cs typeface="Hepta Slab"/>
                <a:sym typeface="Hepta Slab"/>
              </a:defRPr>
            </a:lvl8pPr>
            <a:lvl9pPr lvl="8">
              <a:spcBef>
                <a:spcPts val="0"/>
              </a:spcBef>
              <a:spcAft>
                <a:spcPts val="0"/>
              </a:spcAft>
              <a:buSzPts val="1400"/>
              <a:buFont typeface="Hepta Slab"/>
              <a:buNone/>
              <a:defRPr>
                <a:latin typeface="Hepta Slab"/>
                <a:ea typeface="Hepta Slab"/>
                <a:cs typeface="Hepta Slab"/>
                <a:sym typeface="Hepta Slab"/>
              </a:defRPr>
            </a:lvl9pPr>
          </a:lstStyle>
          <a:p/>
        </p:txBody>
      </p:sp>
      <p:sp>
        <p:nvSpPr>
          <p:cNvPr id="52" name="Google Shape;52;p13"/>
          <p:cNvSpPr txBox="1"/>
          <p:nvPr>
            <p:ph idx="1" type="body"/>
          </p:nvPr>
        </p:nvSpPr>
        <p:spPr>
          <a:xfrm>
            <a:off x="536575" y="2676025"/>
            <a:ext cx="5275500" cy="2201100"/>
          </a:xfrm>
          <a:prstGeom prst="rect">
            <a:avLst/>
          </a:prstGeom>
          <a:noFill/>
          <a:ln>
            <a:noFill/>
          </a:ln>
        </p:spPr>
        <p:txBody>
          <a:bodyPr anchorCtr="0" anchor="t" bIns="91425" lIns="91425" spcFirstLastPara="1" rIns="91425" wrap="square" tIns="91425">
            <a:noAutofit/>
          </a:bodyPr>
          <a:lstStyle>
            <a:lvl1pPr indent="-323850" lvl="0" marL="457200">
              <a:spcBef>
                <a:spcPts val="0"/>
              </a:spcBef>
              <a:spcAft>
                <a:spcPts val="0"/>
              </a:spcAft>
              <a:buClr>
                <a:schemeClr val="dk1"/>
              </a:buClr>
              <a:buSzPts val="1500"/>
              <a:buFont typeface="Barlow Light"/>
              <a:buChar char="●"/>
              <a:defRPr sz="1500">
                <a:solidFill>
                  <a:schemeClr val="dk1"/>
                </a:solidFill>
                <a:latin typeface="Barlow Light"/>
                <a:ea typeface="Barlow Light"/>
                <a:cs typeface="Barlow Light"/>
                <a:sym typeface="Barlow Light"/>
              </a:defRPr>
            </a:lvl1pPr>
            <a:lvl2pPr indent="-317500" lvl="1" marL="914400">
              <a:spcBef>
                <a:spcPts val="0"/>
              </a:spcBef>
              <a:spcAft>
                <a:spcPts val="0"/>
              </a:spcAft>
              <a:buClr>
                <a:schemeClr val="dk1"/>
              </a:buClr>
              <a:buSzPts val="1400"/>
              <a:buFont typeface="Barlow Light"/>
              <a:buChar char="○"/>
              <a:defRPr>
                <a:solidFill>
                  <a:schemeClr val="dk1"/>
                </a:solidFill>
                <a:latin typeface="Barlow Light"/>
                <a:ea typeface="Barlow Light"/>
                <a:cs typeface="Barlow Light"/>
                <a:sym typeface="Barlow Light"/>
              </a:defRPr>
            </a:lvl2pPr>
            <a:lvl3pPr indent="-311150" lvl="2" marL="1371600">
              <a:spcBef>
                <a:spcPts val="0"/>
              </a:spcBef>
              <a:spcAft>
                <a:spcPts val="0"/>
              </a:spcAft>
              <a:buClr>
                <a:schemeClr val="dk1"/>
              </a:buClr>
              <a:buSzPts val="1300"/>
              <a:buFont typeface="Barlow Light"/>
              <a:buChar char="■"/>
              <a:defRPr sz="1300">
                <a:solidFill>
                  <a:schemeClr val="dk1"/>
                </a:solidFill>
                <a:latin typeface="Barlow Light"/>
                <a:ea typeface="Barlow Light"/>
                <a:cs typeface="Barlow Light"/>
                <a:sym typeface="Barlow Light"/>
              </a:defRPr>
            </a:lvl3pPr>
            <a:lvl4pPr indent="-304800" lvl="3" marL="1828800">
              <a:spcBef>
                <a:spcPts val="0"/>
              </a:spcBef>
              <a:spcAft>
                <a:spcPts val="0"/>
              </a:spcAft>
              <a:buClr>
                <a:schemeClr val="dk1"/>
              </a:buClr>
              <a:buSzPts val="1200"/>
              <a:buFont typeface="Barlow Light"/>
              <a:buChar char="●"/>
              <a:defRPr sz="1200">
                <a:solidFill>
                  <a:schemeClr val="dk1"/>
                </a:solidFill>
                <a:latin typeface="Barlow Light"/>
                <a:ea typeface="Barlow Light"/>
                <a:cs typeface="Barlow Light"/>
                <a:sym typeface="Barlow Light"/>
              </a:defRPr>
            </a:lvl4pPr>
            <a:lvl5pPr indent="-298450" lvl="4" marL="2286000">
              <a:spcBef>
                <a:spcPts val="0"/>
              </a:spcBef>
              <a:spcAft>
                <a:spcPts val="0"/>
              </a:spcAft>
              <a:buClr>
                <a:schemeClr val="dk1"/>
              </a:buClr>
              <a:buSzPts val="1100"/>
              <a:buFont typeface="Barlow Light"/>
              <a:buChar char="○"/>
              <a:defRPr sz="1100">
                <a:solidFill>
                  <a:schemeClr val="dk1"/>
                </a:solidFill>
                <a:latin typeface="Barlow Light"/>
                <a:ea typeface="Barlow Light"/>
                <a:cs typeface="Barlow Light"/>
                <a:sym typeface="Barlow Light"/>
              </a:defRPr>
            </a:lvl5pPr>
            <a:lvl6pPr indent="-292100" lvl="5" marL="2743200">
              <a:spcBef>
                <a:spcPts val="0"/>
              </a:spcBef>
              <a:spcAft>
                <a:spcPts val="0"/>
              </a:spcAft>
              <a:buClr>
                <a:schemeClr val="dk1"/>
              </a:buClr>
              <a:buSzPts val="1000"/>
              <a:buFont typeface="Barlow Light"/>
              <a:buChar char="■"/>
              <a:defRPr sz="1000">
                <a:solidFill>
                  <a:schemeClr val="dk1"/>
                </a:solidFill>
                <a:latin typeface="Barlow Light"/>
                <a:ea typeface="Barlow Light"/>
                <a:cs typeface="Barlow Light"/>
                <a:sym typeface="Barlow Light"/>
              </a:defRPr>
            </a:lvl6pPr>
            <a:lvl7pPr indent="-285750" lvl="6" marL="3200400">
              <a:spcBef>
                <a:spcPts val="0"/>
              </a:spcBef>
              <a:spcAft>
                <a:spcPts val="0"/>
              </a:spcAft>
              <a:buClr>
                <a:schemeClr val="dk1"/>
              </a:buClr>
              <a:buSzPts val="900"/>
              <a:buFont typeface="Barlow Light"/>
              <a:buChar char="●"/>
              <a:defRPr sz="900">
                <a:solidFill>
                  <a:schemeClr val="dk1"/>
                </a:solidFill>
                <a:latin typeface="Barlow Light"/>
                <a:ea typeface="Barlow Light"/>
                <a:cs typeface="Barlow Light"/>
                <a:sym typeface="Barlow Light"/>
              </a:defRPr>
            </a:lvl7pPr>
            <a:lvl8pPr indent="-279400" lvl="7" marL="3657600">
              <a:spcBef>
                <a:spcPts val="0"/>
              </a:spcBef>
              <a:spcAft>
                <a:spcPts val="0"/>
              </a:spcAft>
              <a:buClr>
                <a:schemeClr val="dk1"/>
              </a:buClr>
              <a:buSzPts val="800"/>
              <a:buFont typeface="Barlow Light"/>
              <a:buChar char="○"/>
              <a:defRPr sz="800">
                <a:solidFill>
                  <a:schemeClr val="dk1"/>
                </a:solidFill>
                <a:latin typeface="Barlow Light"/>
                <a:ea typeface="Barlow Light"/>
                <a:cs typeface="Barlow Light"/>
                <a:sym typeface="Barlow Light"/>
              </a:defRPr>
            </a:lvl8pPr>
            <a:lvl9pPr indent="-273050" lvl="8" marL="4114800">
              <a:spcBef>
                <a:spcPts val="0"/>
              </a:spcBef>
              <a:spcAft>
                <a:spcPts val="0"/>
              </a:spcAft>
              <a:buClr>
                <a:schemeClr val="dk1"/>
              </a:buClr>
              <a:buSzPts val="700"/>
              <a:buFont typeface="Barlow Light"/>
              <a:buChar char="■"/>
              <a:defRPr sz="800">
                <a:solidFill>
                  <a:schemeClr val="dk1"/>
                </a:solidFill>
                <a:latin typeface="Barlow Light"/>
                <a:ea typeface="Barlow Light"/>
                <a:cs typeface="Barlow Light"/>
                <a:sym typeface="Barlow Light"/>
              </a:defRPr>
            </a:lvl9pPr>
          </a:lstStyle>
          <a:p/>
        </p:txBody>
      </p:sp>
      <p:sp>
        <p:nvSpPr>
          <p:cNvPr id="53" name="Google Shape;5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Barlow Light"/>
                <a:ea typeface="Barlow Light"/>
                <a:cs typeface="Barlow Light"/>
                <a:sym typeface="Barlow Light"/>
              </a:defRPr>
            </a:lvl1pPr>
            <a:lvl2pPr lvl="1" algn="r">
              <a:buNone/>
              <a:defRPr sz="1300">
                <a:solidFill>
                  <a:schemeClr val="dk1"/>
                </a:solidFill>
                <a:latin typeface="Barlow Light"/>
                <a:ea typeface="Barlow Light"/>
                <a:cs typeface="Barlow Light"/>
                <a:sym typeface="Barlow Light"/>
              </a:defRPr>
            </a:lvl2pPr>
            <a:lvl3pPr lvl="2" algn="r">
              <a:buNone/>
              <a:defRPr sz="1300">
                <a:solidFill>
                  <a:schemeClr val="dk1"/>
                </a:solidFill>
                <a:latin typeface="Barlow Light"/>
                <a:ea typeface="Barlow Light"/>
                <a:cs typeface="Barlow Light"/>
                <a:sym typeface="Barlow Light"/>
              </a:defRPr>
            </a:lvl3pPr>
            <a:lvl4pPr lvl="3" algn="r">
              <a:buNone/>
              <a:defRPr sz="1300">
                <a:solidFill>
                  <a:schemeClr val="dk1"/>
                </a:solidFill>
                <a:latin typeface="Barlow Light"/>
                <a:ea typeface="Barlow Light"/>
                <a:cs typeface="Barlow Light"/>
                <a:sym typeface="Barlow Light"/>
              </a:defRPr>
            </a:lvl4pPr>
            <a:lvl5pPr lvl="4" algn="r">
              <a:buNone/>
              <a:defRPr sz="1300">
                <a:solidFill>
                  <a:schemeClr val="dk1"/>
                </a:solidFill>
                <a:latin typeface="Barlow Light"/>
                <a:ea typeface="Barlow Light"/>
                <a:cs typeface="Barlow Light"/>
                <a:sym typeface="Barlow Light"/>
              </a:defRPr>
            </a:lvl5pPr>
            <a:lvl6pPr lvl="5" algn="r">
              <a:buNone/>
              <a:defRPr sz="1300">
                <a:solidFill>
                  <a:schemeClr val="dk1"/>
                </a:solidFill>
                <a:latin typeface="Barlow Light"/>
                <a:ea typeface="Barlow Light"/>
                <a:cs typeface="Barlow Light"/>
                <a:sym typeface="Barlow Light"/>
              </a:defRPr>
            </a:lvl6pPr>
            <a:lvl7pPr lvl="6" algn="r">
              <a:buNone/>
              <a:defRPr sz="1300">
                <a:solidFill>
                  <a:schemeClr val="dk1"/>
                </a:solidFill>
                <a:latin typeface="Barlow Light"/>
                <a:ea typeface="Barlow Light"/>
                <a:cs typeface="Barlow Light"/>
                <a:sym typeface="Barlow Light"/>
              </a:defRPr>
            </a:lvl7pPr>
            <a:lvl8pPr lvl="7" algn="r">
              <a:buNone/>
              <a:defRPr sz="1300">
                <a:solidFill>
                  <a:schemeClr val="dk1"/>
                </a:solidFill>
                <a:latin typeface="Barlow Light"/>
                <a:ea typeface="Barlow Light"/>
                <a:cs typeface="Barlow Light"/>
                <a:sym typeface="Barlow Light"/>
              </a:defRPr>
            </a:lvl8pPr>
            <a:lvl9pPr lvl="8" algn="r">
              <a:buNone/>
              <a:defRPr sz="1300">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xml"/><Relationship Id="rId3" Type="http://schemas.openxmlformats.org/officeDocument/2006/relationships/image" Target="../media/image1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2.png"/><Relationship Id="rId7"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 Id="rId3" Type="http://schemas.openxmlformats.org/officeDocument/2006/relationships/hyperlink" Target="http://drive.google.com/file/d/11j4zbWLRGNeOgS2T1fMWulivwFkWek4t/view" TargetMode="External"/><Relationship Id="rId4"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9"/>
          <p:cNvSpPr txBox="1"/>
          <p:nvPr>
            <p:ph type="title"/>
          </p:nvPr>
        </p:nvSpPr>
        <p:spPr>
          <a:xfrm>
            <a:off x="632850" y="1577850"/>
            <a:ext cx="7878300" cy="1134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None/>
            </a:pPr>
            <a:r>
              <a:rPr lang="en"/>
              <a:t>Marflix </a:t>
            </a:r>
            <a:r>
              <a:rPr lang="en"/>
              <a:t>Intelligence</a:t>
            </a:r>
            <a:endParaRPr/>
          </a:p>
        </p:txBody>
      </p:sp>
      <p:sp>
        <p:nvSpPr>
          <p:cNvPr id="372" name="Google Shape;372;p59"/>
          <p:cNvSpPr txBox="1"/>
          <p:nvPr>
            <p:ph idx="1" type="body"/>
          </p:nvPr>
        </p:nvSpPr>
        <p:spPr>
          <a:xfrm>
            <a:off x="1754850" y="4243775"/>
            <a:ext cx="5634300" cy="257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            TEAM: ASHISH KUSHWAHA, RIANNE PARKER, SEMI BABAFEMI, MARJAN ABEDINI </a:t>
            </a:r>
            <a:endParaRPr/>
          </a:p>
        </p:txBody>
      </p:sp>
      <p:sp>
        <p:nvSpPr>
          <p:cNvPr id="373" name="Google Shape;373;p59"/>
          <p:cNvSpPr txBox="1"/>
          <p:nvPr>
            <p:ph idx="2" type="subTitle"/>
          </p:nvPr>
        </p:nvSpPr>
        <p:spPr>
          <a:xfrm>
            <a:off x="1560600" y="2866200"/>
            <a:ext cx="6022800" cy="93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None/>
            </a:pPr>
            <a:r>
              <a:rPr lang="en" sz="1700"/>
              <a:t>Group 1 Project</a:t>
            </a:r>
            <a:endParaRPr sz="1700"/>
          </a:p>
          <a:p>
            <a:pPr indent="0" lvl="0" marL="0" rtl="0" algn="ctr">
              <a:spcBef>
                <a:spcPts val="0"/>
              </a:spcBef>
              <a:spcAft>
                <a:spcPts val="0"/>
              </a:spcAft>
              <a:buClr>
                <a:schemeClr val="lt1"/>
              </a:buClr>
              <a:buSzPts val="1100"/>
              <a:buNone/>
            </a:pPr>
            <a:r>
              <a:rPr lang="en" sz="1700"/>
              <a:t>IST 722: Data Warehousing</a:t>
            </a:r>
            <a:endParaRPr sz="1700"/>
          </a:p>
          <a:p>
            <a:pPr indent="0" lvl="0" marL="0" rtl="0" algn="ctr">
              <a:spcBef>
                <a:spcPts val="0"/>
              </a:spcBef>
              <a:spcAft>
                <a:spcPts val="0"/>
              </a:spcAft>
              <a:buClr>
                <a:schemeClr val="lt1"/>
              </a:buClr>
              <a:buSzPts val="1100"/>
              <a:buNone/>
            </a:pPr>
            <a:r>
              <a:rPr lang="en" sz="1700"/>
              <a:t>08/08/2025</a:t>
            </a:r>
            <a:endParaRPr sz="1700"/>
          </a:p>
          <a:p>
            <a:pPr indent="0" lvl="0" marL="0" rtl="0" algn="ctr">
              <a:spcBef>
                <a:spcPts val="0"/>
              </a:spcBef>
              <a:spcAft>
                <a:spcPts val="0"/>
              </a:spcAft>
              <a:buClr>
                <a:schemeClr val="lt1"/>
              </a:buClr>
              <a:buSzPts val="1100"/>
              <a:buNone/>
            </a:pPr>
            <a:r>
              <a:t/>
            </a:r>
            <a:endParaRPr sz="1900"/>
          </a:p>
        </p:txBody>
      </p:sp>
      <p:pic>
        <p:nvPicPr>
          <p:cNvPr descr="a drawing of a yellow and black film reel on a white background (Provided by Tenor)" id="374" name="Google Shape;374;p59"/>
          <p:cNvPicPr preferRelativeResize="0"/>
          <p:nvPr/>
        </p:nvPicPr>
        <p:blipFill>
          <a:blip r:embed="rId3">
            <a:alphaModFix/>
          </a:blip>
          <a:stretch>
            <a:fillRect/>
          </a:stretch>
        </p:blipFill>
        <p:spPr>
          <a:xfrm>
            <a:off x="3608526" y="167025"/>
            <a:ext cx="1540775" cy="1410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0"/>
          <p:cNvSpPr txBox="1"/>
          <p:nvPr>
            <p:ph type="title"/>
          </p:nvPr>
        </p:nvSpPr>
        <p:spPr>
          <a:xfrm>
            <a:off x="529675" y="812400"/>
            <a:ext cx="3217200" cy="351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Project </a:t>
            </a:r>
            <a:endParaRPr b="1"/>
          </a:p>
          <a:p>
            <a:pPr indent="0" lvl="0" marL="0" rtl="0" algn="l">
              <a:spcBef>
                <a:spcPts val="0"/>
              </a:spcBef>
              <a:spcAft>
                <a:spcPts val="0"/>
              </a:spcAft>
              <a:buNone/>
            </a:pPr>
            <a:r>
              <a:rPr b="1" lang="en"/>
              <a:t>Goal: </a:t>
            </a:r>
            <a:endParaRPr b="1"/>
          </a:p>
          <a:p>
            <a:pPr indent="0" lvl="0" marL="0" rtl="0" algn="l">
              <a:spcBef>
                <a:spcPts val="0"/>
              </a:spcBef>
              <a:spcAft>
                <a:spcPts val="0"/>
              </a:spcAft>
              <a:buNone/>
            </a:pPr>
            <a:r>
              <a:t/>
            </a:r>
            <a:endParaRPr b="1" sz="2700"/>
          </a:p>
          <a:p>
            <a:pPr indent="0" lvl="0" marL="0" rtl="0" algn="l">
              <a:spcBef>
                <a:spcPts val="0"/>
              </a:spcBef>
              <a:spcAft>
                <a:spcPts val="0"/>
              </a:spcAft>
              <a:buNone/>
            </a:pPr>
            <a:r>
              <a:rPr b="1" lang="en" sz="1800"/>
              <a:t>Analyze company sales for both fudgeflix and fudgemart.</a:t>
            </a:r>
            <a:endParaRPr b="1" sz="4800"/>
          </a:p>
          <a:p>
            <a:pPr indent="0" lvl="0" marL="0" rtl="0" algn="l">
              <a:spcBef>
                <a:spcPts val="0"/>
              </a:spcBef>
              <a:spcAft>
                <a:spcPts val="0"/>
              </a:spcAft>
              <a:buNone/>
            </a:pPr>
            <a:r>
              <a:t/>
            </a:r>
            <a:endParaRPr/>
          </a:p>
        </p:txBody>
      </p:sp>
      <p:sp>
        <p:nvSpPr>
          <p:cNvPr id="380" name="Google Shape;380;p60"/>
          <p:cNvSpPr txBox="1"/>
          <p:nvPr>
            <p:ph idx="1" type="subTitle"/>
          </p:nvPr>
        </p:nvSpPr>
        <p:spPr>
          <a:xfrm>
            <a:off x="4572000" y="1028400"/>
            <a:ext cx="44097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Deliverables</a:t>
            </a:r>
            <a:r>
              <a:rPr lang="en" sz="1800"/>
              <a:t>:</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AutoNum type="arabicPeriod"/>
            </a:pPr>
            <a:r>
              <a:rPr lang="en" sz="1800"/>
              <a:t>Project Charter Document</a:t>
            </a:r>
            <a:endParaRPr sz="1800"/>
          </a:p>
          <a:p>
            <a:pPr indent="-342900" lvl="0" marL="457200" rtl="0" algn="l">
              <a:spcBef>
                <a:spcPts val="0"/>
              </a:spcBef>
              <a:spcAft>
                <a:spcPts val="0"/>
              </a:spcAft>
              <a:buSzPts val="1800"/>
              <a:buAutoNum type="arabicPeriod"/>
            </a:pPr>
            <a:r>
              <a:rPr lang="en" sz="1800"/>
              <a:t>Dimensional Data Model</a:t>
            </a:r>
            <a:endParaRPr sz="1800"/>
          </a:p>
          <a:p>
            <a:pPr indent="-342900" lvl="0" marL="457200" rtl="0" algn="l">
              <a:spcBef>
                <a:spcPts val="0"/>
              </a:spcBef>
              <a:spcAft>
                <a:spcPts val="0"/>
              </a:spcAft>
              <a:buSzPts val="1800"/>
              <a:buAutoNum type="arabicPeriod"/>
            </a:pPr>
            <a:r>
              <a:rPr lang="en" sz="1800"/>
              <a:t>Consolidated fact table for sales</a:t>
            </a:r>
            <a:endParaRPr sz="1800"/>
          </a:p>
          <a:p>
            <a:pPr indent="-342900" lvl="0" marL="457200" rtl="0" algn="l">
              <a:spcBef>
                <a:spcPts val="0"/>
              </a:spcBef>
              <a:spcAft>
                <a:spcPts val="0"/>
              </a:spcAft>
              <a:buSzPts val="1800"/>
              <a:buAutoNum type="arabicPeriod"/>
            </a:pPr>
            <a:r>
              <a:rPr lang="en" sz="1800"/>
              <a:t>Shared dimension tables</a:t>
            </a:r>
            <a:endParaRPr sz="1800"/>
          </a:p>
          <a:p>
            <a:pPr indent="-342900" lvl="0" marL="457200" rtl="0" algn="l">
              <a:spcBef>
                <a:spcPts val="0"/>
              </a:spcBef>
              <a:spcAft>
                <a:spcPts val="0"/>
              </a:spcAft>
              <a:buSzPts val="1800"/>
              <a:buAutoNum type="arabicPeriod"/>
            </a:pPr>
            <a:r>
              <a:rPr lang="en" sz="1800"/>
              <a:t>SQL scripts for tables and ELT</a:t>
            </a:r>
            <a:endParaRPr sz="1800"/>
          </a:p>
          <a:p>
            <a:pPr indent="-342900" lvl="0" marL="457200" rtl="0" algn="l">
              <a:spcBef>
                <a:spcPts val="0"/>
              </a:spcBef>
              <a:spcAft>
                <a:spcPts val="0"/>
              </a:spcAft>
              <a:buSzPts val="1800"/>
              <a:buAutoNum type="arabicPeriod"/>
            </a:pPr>
            <a:r>
              <a:rPr lang="en" sz="1800"/>
              <a:t>Analysis measures</a:t>
            </a:r>
            <a:endParaRPr sz="1800"/>
          </a:p>
          <a:p>
            <a:pPr indent="-342900" lvl="0" marL="457200" rtl="0" algn="l">
              <a:spcBef>
                <a:spcPts val="0"/>
              </a:spcBef>
              <a:spcAft>
                <a:spcPts val="0"/>
              </a:spcAft>
              <a:buSzPts val="1800"/>
              <a:buAutoNum type="arabicPeriod"/>
            </a:pPr>
            <a:r>
              <a:rPr lang="en" sz="1800"/>
              <a:t>Powerpoint Presentation</a:t>
            </a:r>
            <a:endParaRPr sz="1800"/>
          </a:p>
          <a:p>
            <a:pPr indent="0" lvl="0" marL="457200" rtl="0" algn="l">
              <a:spcBef>
                <a:spcPts val="0"/>
              </a:spcBef>
              <a:spcAft>
                <a:spcPts val="0"/>
              </a:spcAft>
              <a:buNone/>
            </a:pPr>
            <a:r>
              <a:t/>
            </a:r>
            <a:endParaRPr/>
          </a:p>
        </p:txBody>
      </p:sp>
      <p:sp>
        <p:nvSpPr>
          <p:cNvPr id="381" name="Google Shape;381;p60"/>
          <p:cNvSpPr/>
          <p:nvPr/>
        </p:nvSpPr>
        <p:spPr>
          <a:xfrm flipH="1">
            <a:off x="4104175" y="1041000"/>
            <a:ext cx="16500" cy="3302700"/>
          </a:xfrm>
          <a:prstGeom prst="rect">
            <a:avLst/>
          </a:prstGeom>
          <a:solidFill>
            <a:srgbClr val="FFFF00"/>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Light"/>
              <a:ea typeface="Barlow Light"/>
              <a:cs typeface="Barlow Light"/>
              <a:sym typeface="Barlow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1"/>
          <p:cNvSpPr txBox="1"/>
          <p:nvPr>
            <p:ph idx="6" type="subTitle"/>
          </p:nvPr>
        </p:nvSpPr>
        <p:spPr>
          <a:xfrm>
            <a:off x="4862538" y="1735107"/>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RIANNE PARKER</a:t>
            </a:r>
            <a:endParaRPr/>
          </a:p>
        </p:txBody>
      </p:sp>
      <p:sp>
        <p:nvSpPr>
          <p:cNvPr id="387" name="Google Shape;387;p6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SEMI BABAFEMI</a:t>
            </a:r>
            <a:endParaRPr/>
          </a:p>
        </p:txBody>
      </p:sp>
      <p:sp>
        <p:nvSpPr>
          <p:cNvPr id="388" name="Google Shape;388;p61"/>
          <p:cNvSpPr txBox="1"/>
          <p:nvPr>
            <p:ph idx="5" type="subTitle"/>
          </p:nvPr>
        </p:nvSpPr>
        <p:spPr>
          <a:xfrm>
            <a:off x="366763" y="1735107"/>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ASHISH KUSHWAHA</a:t>
            </a:r>
            <a:endParaRPr/>
          </a:p>
        </p:txBody>
      </p:sp>
      <p:sp>
        <p:nvSpPr>
          <p:cNvPr id="389" name="Google Shape;389;p6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MARJAN ABEDINI</a:t>
            </a:r>
            <a:endParaRPr/>
          </a:p>
        </p:txBody>
      </p:sp>
      <p:sp>
        <p:nvSpPr>
          <p:cNvPr id="390" name="Google Shape;390;p61"/>
          <p:cNvSpPr txBox="1"/>
          <p:nvPr>
            <p:ph idx="1" type="body"/>
          </p:nvPr>
        </p:nvSpPr>
        <p:spPr>
          <a:xfrm>
            <a:off x="366725" y="2216293"/>
            <a:ext cx="3838500" cy="113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Architect (PM)</a:t>
            </a:r>
            <a:endParaRPr/>
          </a:p>
        </p:txBody>
      </p:sp>
      <p:sp>
        <p:nvSpPr>
          <p:cNvPr id="391" name="Google Shape;391;p61"/>
          <p:cNvSpPr txBox="1"/>
          <p:nvPr>
            <p:ph idx="2" type="body"/>
          </p:nvPr>
        </p:nvSpPr>
        <p:spPr>
          <a:xfrm>
            <a:off x="4938725" y="2216293"/>
            <a:ext cx="3838500" cy="113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Engineer (PM)</a:t>
            </a:r>
            <a:endParaRPr/>
          </a:p>
        </p:txBody>
      </p:sp>
      <p:sp>
        <p:nvSpPr>
          <p:cNvPr id="392" name="Google Shape;392;p6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 Developer</a:t>
            </a:r>
            <a:endParaRPr/>
          </a:p>
        </p:txBody>
      </p:sp>
      <p:sp>
        <p:nvSpPr>
          <p:cNvPr id="393" name="Google Shape;393;p6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BI Developer</a:t>
            </a:r>
            <a:endParaRPr/>
          </a:p>
          <a:p>
            <a:pPr indent="0" lvl="0" marL="0" rtl="0" algn="l">
              <a:spcBef>
                <a:spcPts val="0"/>
              </a:spcBef>
              <a:spcAft>
                <a:spcPts val="0"/>
              </a:spcAft>
              <a:buNone/>
            </a:pPr>
            <a:r>
              <a:t/>
            </a:r>
            <a:endParaRPr/>
          </a:p>
        </p:txBody>
      </p:sp>
      <p:sp>
        <p:nvSpPr>
          <p:cNvPr id="394" name="Google Shape;394;p6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Team Roles</a:t>
            </a:r>
            <a:endParaRPr/>
          </a:p>
        </p:txBody>
      </p:sp>
      <p:sp>
        <p:nvSpPr>
          <p:cNvPr id="395" name="Google Shape;395;p61"/>
          <p:cNvSpPr/>
          <p:nvPr/>
        </p:nvSpPr>
        <p:spPr>
          <a:xfrm rot="5400000">
            <a:off x="1925425" y="-456050"/>
            <a:ext cx="45600" cy="3162900"/>
          </a:xfrm>
          <a:prstGeom prst="rect">
            <a:avLst/>
          </a:prstGeom>
          <a:solidFill>
            <a:srgbClr val="FFFF00"/>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Light"/>
              <a:ea typeface="Barlow Light"/>
              <a:cs typeface="Barlow Light"/>
              <a:sym typeface="Barlow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2"/>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Detail Design</a:t>
            </a:r>
            <a:endParaRPr/>
          </a:p>
        </p:txBody>
      </p:sp>
      <p:sp>
        <p:nvSpPr>
          <p:cNvPr id="401" name="Google Shape;401;p62"/>
          <p:cNvSpPr/>
          <p:nvPr/>
        </p:nvSpPr>
        <p:spPr>
          <a:xfrm rot="5400000">
            <a:off x="1925425" y="-456050"/>
            <a:ext cx="45600" cy="3162900"/>
          </a:xfrm>
          <a:prstGeom prst="rect">
            <a:avLst/>
          </a:prstGeom>
          <a:solidFill>
            <a:srgbClr val="FFFF00"/>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Light"/>
              <a:ea typeface="Barlow Light"/>
              <a:cs typeface="Barlow Light"/>
              <a:sym typeface="Barlow Light"/>
            </a:endParaRPr>
          </a:p>
        </p:txBody>
      </p:sp>
      <p:pic>
        <p:nvPicPr>
          <p:cNvPr id="402" name="Google Shape;402;p62" title="Screenshot 2025-08-08 at 2.55.22 PM.png"/>
          <p:cNvPicPr preferRelativeResize="0"/>
          <p:nvPr/>
        </p:nvPicPr>
        <p:blipFill>
          <a:blip r:embed="rId3">
            <a:alphaModFix/>
          </a:blip>
          <a:stretch>
            <a:fillRect/>
          </a:stretch>
        </p:blipFill>
        <p:spPr>
          <a:xfrm>
            <a:off x="479700" y="1225451"/>
            <a:ext cx="8085626" cy="2016400"/>
          </a:xfrm>
          <a:prstGeom prst="rect">
            <a:avLst/>
          </a:prstGeom>
          <a:noFill/>
          <a:ln>
            <a:noFill/>
          </a:ln>
        </p:spPr>
      </p:pic>
      <p:pic>
        <p:nvPicPr>
          <p:cNvPr id="403" name="Google Shape;403;p62" title="Screenshot 2025-08-08 at 3.01.23 PM.png"/>
          <p:cNvPicPr preferRelativeResize="0"/>
          <p:nvPr/>
        </p:nvPicPr>
        <p:blipFill>
          <a:blip r:embed="rId4">
            <a:alphaModFix/>
          </a:blip>
          <a:stretch>
            <a:fillRect/>
          </a:stretch>
        </p:blipFill>
        <p:spPr>
          <a:xfrm>
            <a:off x="479700" y="3381200"/>
            <a:ext cx="8085626" cy="140040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3"/>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Detail Design</a:t>
            </a:r>
            <a:endParaRPr/>
          </a:p>
        </p:txBody>
      </p:sp>
      <p:sp>
        <p:nvSpPr>
          <p:cNvPr id="409" name="Google Shape;409;p63"/>
          <p:cNvSpPr/>
          <p:nvPr/>
        </p:nvSpPr>
        <p:spPr>
          <a:xfrm rot="5400000">
            <a:off x="1925425" y="-456050"/>
            <a:ext cx="45600" cy="3162900"/>
          </a:xfrm>
          <a:prstGeom prst="rect">
            <a:avLst/>
          </a:prstGeom>
          <a:solidFill>
            <a:srgbClr val="FFFF00"/>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Light"/>
              <a:ea typeface="Barlow Light"/>
              <a:cs typeface="Barlow Light"/>
              <a:sym typeface="Barlow Light"/>
            </a:endParaRPr>
          </a:p>
        </p:txBody>
      </p:sp>
      <p:pic>
        <p:nvPicPr>
          <p:cNvPr id="410" name="Google Shape;410;p63" title="Screenshot 2025-08-08 at 3.02.30 PM.png"/>
          <p:cNvPicPr preferRelativeResize="0"/>
          <p:nvPr/>
        </p:nvPicPr>
        <p:blipFill>
          <a:blip r:embed="rId3">
            <a:alphaModFix/>
          </a:blip>
          <a:stretch>
            <a:fillRect/>
          </a:stretch>
        </p:blipFill>
        <p:spPr>
          <a:xfrm>
            <a:off x="527775" y="1272850"/>
            <a:ext cx="8153434" cy="1995438"/>
          </a:xfrm>
          <a:prstGeom prst="rect">
            <a:avLst/>
          </a:prstGeom>
          <a:noFill/>
          <a:ln>
            <a:noFill/>
          </a:ln>
        </p:spPr>
      </p:pic>
      <p:pic>
        <p:nvPicPr>
          <p:cNvPr id="411" name="Google Shape;411;p63" title="Screenshot 2025-08-08 at 3.03.11 PM.png"/>
          <p:cNvPicPr preferRelativeResize="0"/>
          <p:nvPr/>
        </p:nvPicPr>
        <p:blipFill>
          <a:blip r:embed="rId4">
            <a:alphaModFix/>
          </a:blip>
          <a:stretch>
            <a:fillRect/>
          </a:stretch>
        </p:blipFill>
        <p:spPr>
          <a:xfrm>
            <a:off x="527775" y="3402650"/>
            <a:ext cx="8153424" cy="141214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64"/>
          <p:cNvSpPr txBox="1"/>
          <p:nvPr>
            <p:ph type="title"/>
          </p:nvPr>
        </p:nvSpPr>
        <p:spPr>
          <a:xfrm>
            <a:off x="366750" y="297625"/>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Star Schema Diagram</a:t>
            </a:r>
            <a:endParaRPr sz="2400"/>
          </a:p>
        </p:txBody>
      </p:sp>
      <p:sp>
        <p:nvSpPr>
          <p:cNvPr id="417" name="Google Shape;417;p64"/>
          <p:cNvSpPr/>
          <p:nvPr/>
        </p:nvSpPr>
        <p:spPr>
          <a:xfrm rot="5400000">
            <a:off x="4462875" y="-3135475"/>
            <a:ext cx="35100" cy="8227500"/>
          </a:xfrm>
          <a:prstGeom prst="rect">
            <a:avLst/>
          </a:prstGeom>
          <a:solidFill>
            <a:srgbClr val="FFFF00"/>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Light"/>
              <a:ea typeface="Barlow Light"/>
              <a:cs typeface="Barlow Light"/>
              <a:sym typeface="Barlow Light"/>
            </a:endParaRPr>
          </a:p>
        </p:txBody>
      </p:sp>
      <p:pic>
        <p:nvPicPr>
          <p:cNvPr id="418" name="Google Shape;418;p64" title="Screenshot 2025-08-08 at 11.18.47 AM.png"/>
          <p:cNvPicPr preferRelativeResize="0"/>
          <p:nvPr/>
        </p:nvPicPr>
        <p:blipFill>
          <a:blip r:embed="rId3">
            <a:alphaModFix/>
          </a:blip>
          <a:stretch>
            <a:fillRect/>
          </a:stretch>
        </p:blipFill>
        <p:spPr>
          <a:xfrm>
            <a:off x="366750" y="1221300"/>
            <a:ext cx="5292350" cy="3580675"/>
          </a:xfrm>
          <a:prstGeom prst="rect">
            <a:avLst/>
          </a:prstGeom>
          <a:noFill/>
          <a:ln>
            <a:noFill/>
          </a:ln>
        </p:spPr>
      </p:pic>
      <p:sp>
        <p:nvSpPr>
          <p:cNvPr id="419" name="Google Shape;419;p64"/>
          <p:cNvSpPr txBox="1"/>
          <p:nvPr>
            <p:ph idx="6" type="subTitle"/>
          </p:nvPr>
        </p:nvSpPr>
        <p:spPr>
          <a:xfrm>
            <a:off x="5659100" y="1360288"/>
            <a:ext cx="32691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Schema Structure</a:t>
            </a:r>
            <a:r>
              <a:rPr lang="en" sz="1200"/>
              <a:t>:</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Fact Table: </a:t>
            </a:r>
            <a:endParaRPr sz="1200"/>
          </a:p>
          <a:p>
            <a:pPr indent="0" lvl="0" marL="0" rtl="0" algn="l">
              <a:spcBef>
                <a:spcPts val="0"/>
              </a:spcBef>
              <a:spcAft>
                <a:spcPts val="0"/>
              </a:spcAft>
              <a:buNone/>
            </a:pPr>
            <a:r>
              <a:rPr b="1" lang="en" sz="1100">
                <a:solidFill>
                  <a:srgbClr val="188038"/>
                </a:solidFill>
                <a:latin typeface="Roboto Mono"/>
                <a:ea typeface="Roboto Mono"/>
                <a:cs typeface="Roboto Mono"/>
                <a:sym typeface="Roboto Mono"/>
              </a:rPr>
              <a:t>FACT_SALES: </a:t>
            </a:r>
            <a:r>
              <a:rPr b="1" lang="en" sz="1100">
                <a:latin typeface="Roboto Mono"/>
                <a:ea typeface="Roboto Mono"/>
                <a:cs typeface="Roboto Mono"/>
                <a:sym typeface="Roboto Mono"/>
              </a:rPr>
              <a:t>Stores transaction-level data for both FudgeMart (retail) and FudgeFlix (movierental).</a:t>
            </a:r>
            <a:endParaRPr sz="1200"/>
          </a:p>
          <a:p>
            <a:pPr indent="0" lvl="0" marL="457200" rtl="0" algn="l">
              <a:spcBef>
                <a:spcPts val="0"/>
              </a:spcBef>
              <a:spcAft>
                <a:spcPts val="0"/>
              </a:spcAft>
              <a:buNone/>
            </a:pPr>
            <a:r>
              <a:t/>
            </a:r>
            <a:endParaRPr sz="1200"/>
          </a:p>
          <a:p>
            <a:pPr indent="0" lvl="0" marL="0" rtl="0" algn="l">
              <a:spcBef>
                <a:spcPts val="0"/>
              </a:spcBef>
              <a:spcAft>
                <a:spcPts val="0"/>
              </a:spcAft>
              <a:buNone/>
            </a:pPr>
            <a:r>
              <a:rPr lang="en" sz="1200"/>
              <a:t>Dimension Tables:</a:t>
            </a:r>
            <a:endParaRPr sz="1200"/>
          </a:p>
          <a:p>
            <a:pPr indent="0" lvl="0" marL="0" rtl="0" algn="just">
              <a:spcBef>
                <a:spcPts val="0"/>
              </a:spcBef>
              <a:spcAft>
                <a:spcPts val="0"/>
              </a:spcAft>
              <a:buNone/>
            </a:pPr>
            <a:r>
              <a:rPr b="1" lang="en" sz="1100">
                <a:solidFill>
                  <a:srgbClr val="188038"/>
                </a:solidFill>
                <a:latin typeface="Roboto Mono"/>
                <a:ea typeface="Roboto Mono"/>
                <a:cs typeface="Roboto Mono"/>
                <a:sym typeface="Roboto Mono"/>
              </a:rPr>
              <a:t>DIM_CUSTOMER: </a:t>
            </a:r>
            <a:r>
              <a:rPr b="1" lang="en" sz="1100">
                <a:latin typeface="Roboto Mono"/>
                <a:ea typeface="Roboto Mono"/>
                <a:cs typeface="Roboto Mono"/>
                <a:sym typeface="Roboto Mono"/>
              </a:rPr>
              <a:t>Unified customer info (name, email, address, source).</a:t>
            </a:r>
            <a:endParaRPr sz="1100">
              <a:latin typeface="Arial"/>
              <a:ea typeface="Arial"/>
              <a:cs typeface="Arial"/>
              <a:sym typeface="Arial"/>
            </a:endParaRPr>
          </a:p>
          <a:p>
            <a:pPr indent="0" lvl="0" marL="0" rtl="0" algn="just">
              <a:spcBef>
                <a:spcPts val="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rPr b="1" lang="en" sz="1100">
                <a:solidFill>
                  <a:srgbClr val="188038"/>
                </a:solidFill>
                <a:latin typeface="Roboto Mono"/>
                <a:ea typeface="Roboto Mono"/>
                <a:cs typeface="Roboto Mono"/>
                <a:sym typeface="Roboto Mono"/>
              </a:rPr>
              <a:t>DIM_PRODUCT:</a:t>
            </a:r>
            <a:r>
              <a:rPr lang="en" sz="1100">
                <a:solidFill>
                  <a:schemeClr val="lt1"/>
                </a:solidFill>
                <a:latin typeface="Arial"/>
                <a:ea typeface="Arial"/>
                <a:cs typeface="Arial"/>
                <a:sym typeface="Arial"/>
              </a:rPr>
              <a:t> </a:t>
            </a:r>
            <a:r>
              <a:rPr b="1" lang="en" sz="1100">
                <a:latin typeface="Roboto Mono"/>
                <a:ea typeface="Roboto Mono"/>
                <a:cs typeface="Roboto Mono"/>
                <a:sym typeface="Roboto Mono"/>
              </a:rPr>
              <a:t>Common catalog of physical &amp; digital products.</a:t>
            </a:r>
            <a:endParaRPr b="1" sz="1100">
              <a:latin typeface="Roboto Mono"/>
              <a:ea typeface="Roboto Mono"/>
              <a:cs typeface="Roboto Mono"/>
              <a:sym typeface="Roboto Mono"/>
            </a:endParaRPr>
          </a:p>
          <a:p>
            <a:pPr indent="0" lvl="0" marL="0" rtl="0" algn="l">
              <a:spcBef>
                <a:spcPts val="0"/>
              </a:spcBef>
              <a:spcAft>
                <a:spcPts val="0"/>
              </a:spcAft>
              <a:buNone/>
            </a:pPr>
            <a:r>
              <a:t/>
            </a:r>
            <a:endParaRPr b="1" sz="1100">
              <a:latin typeface="Roboto Mono"/>
              <a:ea typeface="Roboto Mono"/>
              <a:cs typeface="Roboto Mono"/>
              <a:sym typeface="Roboto Mono"/>
            </a:endParaRPr>
          </a:p>
          <a:p>
            <a:pPr indent="0" lvl="0" marL="0" rtl="0" algn="l">
              <a:spcBef>
                <a:spcPts val="0"/>
              </a:spcBef>
              <a:spcAft>
                <a:spcPts val="0"/>
              </a:spcAft>
              <a:buNone/>
            </a:pPr>
            <a:r>
              <a:rPr b="1" lang="en" sz="1100">
                <a:solidFill>
                  <a:srgbClr val="188038"/>
                </a:solidFill>
                <a:latin typeface="Roboto Mono"/>
                <a:ea typeface="Roboto Mono"/>
                <a:cs typeface="Roboto Mono"/>
                <a:sym typeface="Roboto Mono"/>
              </a:rPr>
              <a:t>DIM_DATE:</a:t>
            </a:r>
            <a:r>
              <a:rPr b="1" lang="en" sz="1100">
                <a:latin typeface="Roboto Mono"/>
                <a:ea typeface="Roboto Mono"/>
                <a:cs typeface="Roboto Mono"/>
                <a:sym typeface="Roboto Mono"/>
              </a:rPr>
              <a:t>Standardized calendar used across both platforms for time based analysis.</a:t>
            </a:r>
            <a:endParaRPr b="1" sz="1100">
              <a:latin typeface="Roboto Mono"/>
              <a:ea typeface="Roboto Mono"/>
              <a:cs typeface="Roboto Mono"/>
              <a:sym typeface="Roboto Mo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65"/>
          <p:cNvSpPr txBox="1"/>
          <p:nvPr>
            <p:ph type="title"/>
          </p:nvPr>
        </p:nvSpPr>
        <p:spPr>
          <a:xfrm>
            <a:off x="366750" y="297625"/>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Summary of rows in each table of MarFlix DW</a:t>
            </a:r>
            <a:endParaRPr sz="2400"/>
          </a:p>
        </p:txBody>
      </p:sp>
      <p:sp>
        <p:nvSpPr>
          <p:cNvPr id="425" name="Google Shape;425;p65"/>
          <p:cNvSpPr/>
          <p:nvPr/>
        </p:nvSpPr>
        <p:spPr>
          <a:xfrm rot="5400000">
            <a:off x="4462875" y="-3135475"/>
            <a:ext cx="35100" cy="8227500"/>
          </a:xfrm>
          <a:prstGeom prst="rect">
            <a:avLst/>
          </a:prstGeom>
          <a:solidFill>
            <a:srgbClr val="FFFF00"/>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Light"/>
              <a:ea typeface="Barlow Light"/>
              <a:cs typeface="Barlow Light"/>
              <a:sym typeface="Barlow Light"/>
            </a:endParaRPr>
          </a:p>
        </p:txBody>
      </p:sp>
      <p:pic>
        <p:nvPicPr>
          <p:cNvPr id="426" name="Google Shape;426;p65" title="Screenshot 2025-08-08 at 12.54.45 PM.png"/>
          <p:cNvPicPr preferRelativeResize="0"/>
          <p:nvPr/>
        </p:nvPicPr>
        <p:blipFill>
          <a:blip r:embed="rId3">
            <a:alphaModFix/>
          </a:blip>
          <a:stretch>
            <a:fillRect/>
          </a:stretch>
        </p:blipFill>
        <p:spPr>
          <a:xfrm>
            <a:off x="366675" y="1157325"/>
            <a:ext cx="2465925" cy="1618525"/>
          </a:xfrm>
          <a:prstGeom prst="rect">
            <a:avLst/>
          </a:prstGeom>
          <a:noFill/>
          <a:ln>
            <a:noFill/>
          </a:ln>
        </p:spPr>
      </p:pic>
      <p:pic>
        <p:nvPicPr>
          <p:cNvPr id="427" name="Google Shape;427;p65" title="Screenshot 2025-08-08 at 12.55.09 PM.png"/>
          <p:cNvPicPr preferRelativeResize="0"/>
          <p:nvPr/>
        </p:nvPicPr>
        <p:blipFill>
          <a:blip r:embed="rId4">
            <a:alphaModFix/>
          </a:blip>
          <a:stretch>
            <a:fillRect/>
          </a:stretch>
        </p:blipFill>
        <p:spPr>
          <a:xfrm>
            <a:off x="6079625" y="1157325"/>
            <a:ext cx="2514559" cy="1558325"/>
          </a:xfrm>
          <a:prstGeom prst="rect">
            <a:avLst/>
          </a:prstGeom>
          <a:noFill/>
          <a:ln>
            <a:noFill/>
          </a:ln>
        </p:spPr>
      </p:pic>
      <p:pic>
        <p:nvPicPr>
          <p:cNvPr id="428" name="Google Shape;428;p65" title="Screenshot 2025-08-08 at 12.55.40 PM.png"/>
          <p:cNvPicPr preferRelativeResize="0"/>
          <p:nvPr/>
        </p:nvPicPr>
        <p:blipFill>
          <a:blip r:embed="rId5">
            <a:alphaModFix/>
          </a:blip>
          <a:stretch>
            <a:fillRect/>
          </a:stretch>
        </p:blipFill>
        <p:spPr>
          <a:xfrm>
            <a:off x="366675" y="3156138"/>
            <a:ext cx="2465925" cy="1558332"/>
          </a:xfrm>
          <a:prstGeom prst="rect">
            <a:avLst/>
          </a:prstGeom>
          <a:noFill/>
          <a:ln>
            <a:noFill/>
          </a:ln>
        </p:spPr>
      </p:pic>
      <p:pic>
        <p:nvPicPr>
          <p:cNvPr id="429" name="Google Shape;429;p65" title="Screenshot 2025-08-08 at 12.56.27 PM.png"/>
          <p:cNvPicPr preferRelativeResize="0"/>
          <p:nvPr/>
        </p:nvPicPr>
        <p:blipFill>
          <a:blip r:embed="rId6">
            <a:alphaModFix/>
          </a:blip>
          <a:stretch>
            <a:fillRect/>
          </a:stretch>
        </p:blipFill>
        <p:spPr>
          <a:xfrm>
            <a:off x="6079625" y="3138450"/>
            <a:ext cx="2514550" cy="1593726"/>
          </a:xfrm>
          <a:prstGeom prst="rect">
            <a:avLst/>
          </a:prstGeom>
          <a:noFill/>
          <a:ln>
            <a:noFill/>
          </a:ln>
        </p:spPr>
      </p:pic>
      <p:pic>
        <p:nvPicPr>
          <p:cNvPr id="430" name="Google Shape;430;p65" title="Screenshot 2025-08-08 at 12.56.58 PM.png"/>
          <p:cNvPicPr preferRelativeResize="0"/>
          <p:nvPr/>
        </p:nvPicPr>
        <p:blipFill>
          <a:blip r:embed="rId7">
            <a:alphaModFix/>
          </a:blip>
          <a:stretch>
            <a:fillRect/>
          </a:stretch>
        </p:blipFill>
        <p:spPr>
          <a:xfrm>
            <a:off x="3050583" y="1373725"/>
            <a:ext cx="2838450" cy="2971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6"/>
          <p:cNvSpPr txBox="1"/>
          <p:nvPr>
            <p:ph type="title"/>
          </p:nvPr>
        </p:nvSpPr>
        <p:spPr>
          <a:xfrm>
            <a:off x="366750" y="297625"/>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Data Lineage &amp; dbt Model Dependency </a:t>
            </a:r>
            <a:endParaRPr sz="2400"/>
          </a:p>
        </p:txBody>
      </p:sp>
      <p:sp>
        <p:nvSpPr>
          <p:cNvPr id="436" name="Google Shape;436;p66"/>
          <p:cNvSpPr/>
          <p:nvPr/>
        </p:nvSpPr>
        <p:spPr>
          <a:xfrm rot="5400000">
            <a:off x="4462875" y="-3135475"/>
            <a:ext cx="35100" cy="8227500"/>
          </a:xfrm>
          <a:prstGeom prst="rect">
            <a:avLst/>
          </a:prstGeom>
          <a:solidFill>
            <a:srgbClr val="FFFF00"/>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Light"/>
              <a:ea typeface="Barlow Light"/>
              <a:cs typeface="Barlow Light"/>
              <a:sym typeface="Barlow Light"/>
            </a:endParaRPr>
          </a:p>
        </p:txBody>
      </p:sp>
      <p:pic>
        <p:nvPicPr>
          <p:cNvPr id="437" name="Google Shape;437;p66"/>
          <p:cNvPicPr preferRelativeResize="0"/>
          <p:nvPr/>
        </p:nvPicPr>
        <p:blipFill>
          <a:blip r:embed="rId3">
            <a:alphaModFix/>
          </a:blip>
          <a:stretch>
            <a:fillRect/>
          </a:stretch>
        </p:blipFill>
        <p:spPr>
          <a:xfrm>
            <a:off x="411300" y="1128275"/>
            <a:ext cx="8184601" cy="37829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67"/>
          <p:cNvSpPr txBox="1"/>
          <p:nvPr>
            <p:ph type="title"/>
          </p:nvPr>
        </p:nvSpPr>
        <p:spPr>
          <a:xfrm>
            <a:off x="366750" y="297625"/>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MarFlix Sales -  PowerBI Dashboard</a:t>
            </a:r>
            <a:endParaRPr sz="2400"/>
          </a:p>
        </p:txBody>
      </p:sp>
      <p:sp>
        <p:nvSpPr>
          <p:cNvPr id="443" name="Google Shape;443;p67"/>
          <p:cNvSpPr/>
          <p:nvPr/>
        </p:nvSpPr>
        <p:spPr>
          <a:xfrm rot="5400000">
            <a:off x="4462875" y="-3135475"/>
            <a:ext cx="35100" cy="8227500"/>
          </a:xfrm>
          <a:prstGeom prst="rect">
            <a:avLst/>
          </a:prstGeom>
          <a:solidFill>
            <a:srgbClr val="FFFF00"/>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Light"/>
              <a:ea typeface="Barlow Light"/>
              <a:cs typeface="Barlow Light"/>
              <a:sym typeface="Barlow Light"/>
            </a:endParaRPr>
          </a:p>
        </p:txBody>
      </p:sp>
      <p:sp>
        <p:nvSpPr>
          <p:cNvPr id="444" name="Google Shape;444;p67"/>
          <p:cNvSpPr txBox="1"/>
          <p:nvPr/>
        </p:nvSpPr>
        <p:spPr>
          <a:xfrm>
            <a:off x="6571675" y="1103550"/>
            <a:ext cx="2488500" cy="3972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latin typeface="Hepta Slab"/>
                <a:ea typeface="Hepta Slab"/>
                <a:cs typeface="Hepta Slab"/>
                <a:sym typeface="Hepta Slab"/>
              </a:rPr>
              <a:t>Overview:</a:t>
            </a:r>
            <a:endParaRPr b="1" sz="1100">
              <a:solidFill>
                <a:schemeClr val="dk1"/>
              </a:solidFill>
              <a:latin typeface="Hepta Slab"/>
              <a:ea typeface="Hepta Slab"/>
              <a:cs typeface="Hepta Slab"/>
              <a:sym typeface="Hepta Slab"/>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latin typeface="Hepta Slab"/>
                <a:ea typeface="Hepta Slab"/>
                <a:cs typeface="Hepta Slab"/>
                <a:sym typeface="Hepta Slab"/>
              </a:rPr>
              <a:t>Filter and compare sales performance by </a:t>
            </a:r>
            <a:r>
              <a:rPr b="1" lang="en" sz="1100">
                <a:solidFill>
                  <a:schemeClr val="dk1"/>
                </a:solidFill>
                <a:latin typeface="Hepta Slab"/>
                <a:ea typeface="Hepta Slab"/>
                <a:cs typeface="Hepta Slab"/>
                <a:sym typeface="Hepta Slab"/>
              </a:rPr>
              <a:t>division</a:t>
            </a:r>
            <a:r>
              <a:rPr lang="en" sz="1100">
                <a:solidFill>
                  <a:schemeClr val="dk1"/>
                </a:solidFill>
                <a:latin typeface="Hepta Slab"/>
                <a:ea typeface="Hepta Slab"/>
                <a:cs typeface="Hepta Slab"/>
                <a:sym typeface="Hepta Slab"/>
              </a:rPr>
              <a:t> and </a:t>
            </a:r>
            <a:r>
              <a:rPr b="1" lang="en" sz="1100">
                <a:solidFill>
                  <a:schemeClr val="dk1"/>
                </a:solidFill>
                <a:latin typeface="Hepta Slab"/>
                <a:ea typeface="Hepta Slab"/>
                <a:cs typeface="Hepta Slab"/>
                <a:sym typeface="Hepta Slab"/>
              </a:rPr>
              <a:t>year</a:t>
            </a:r>
            <a:endParaRPr b="1" sz="1100">
              <a:solidFill>
                <a:schemeClr val="dk1"/>
              </a:solidFill>
              <a:latin typeface="Hepta Slab"/>
              <a:ea typeface="Hepta Slab"/>
              <a:cs typeface="Hepta Slab"/>
              <a:sym typeface="Hepta Slab"/>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Hepta Slab"/>
                <a:ea typeface="Hepta Slab"/>
                <a:cs typeface="Hepta Slab"/>
                <a:sym typeface="Hepta Slab"/>
              </a:rPr>
              <a:t>Track </a:t>
            </a:r>
            <a:r>
              <a:rPr b="1" lang="en" sz="1100">
                <a:solidFill>
                  <a:schemeClr val="dk1"/>
                </a:solidFill>
                <a:latin typeface="Hepta Slab"/>
                <a:ea typeface="Hepta Slab"/>
                <a:cs typeface="Hepta Slab"/>
                <a:sym typeface="Hepta Slab"/>
              </a:rPr>
              <a:t>overall revenue trends</a:t>
            </a:r>
            <a:r>
              <a:rPr lang="en" sz="1100">
                <a:solidFill>
                  <a:schemeClr val="dk1"/>
                </a:solidFill>
                <a:latin typeface="Hepta Slab"/>
                <a:ea typeface="Hepta Slab"/>
                <a:cs typeface="Hepta Slab"/>
                <a:sym typeface="Hepta Slab"/>
              </a:rPr>
              <a:t> over time</a:t>
            </a:r>
            <a:endParaRPr sz="1100">
              <a:solidFill>
                <a:schemeClr val="dk1"/>
              </a:solidFill>
              <a:latin typeface="Hepta Slab"/>
              <a:ea typeface="Hepta Slab"/>
              <a:cs typeface="Hepta Slab"/>
              <a:sym typeface="Hepta Slab"/>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Hepta Slab"/>
                <a:ea typeface="Hepta Slab"/>
                <a:cs typeface="Hepta Slab"/>
                <a:sym typeface="Hepta Slab"/>
              </a:rPr>
              <a:t>Identify </a:t>
            </a:r>
            <a:r>
              <a:rPr b="1" lang="en" sz="1100">
                <a:solidFill>
                  <a:schemeClr val="dk1"/>
                </a:solidFill>
                <a:latin typeface="Hepta Slab"/>
                <a:ea typeface="Hepta Slab"/>
                <a:cs typeface="Hepta Slab"/>
                <a:sym typeface="Hepta Slab"/>
              </a:rPr>
              <a:t>top-selling products</a:t>
            </a:r>
            <a:r>
              <a:rPr lang="en" sz="1100">
                <a:solidFill>
                  <a:schemeClr val="dk1"/>
                </a:solidFill>
                <a:latin typeface="Hepta Slab"/>
                <a:ea typeface="Hepta Slab"/>
                <a:cs typeface="Hepta Slab"/>
                <a:sym typeface="Hepta Slab"/>
              </a:rPr>
              <a:t> for each division</a:t>
            </a:r>
            <a:endParaRPr sz="1100">
              <a:solidFill>
                <a:schemeClr val="dk1"/>
              </a:solidFill>
              <a:latin typeface="Hepta Slab"/>
              <a:ea typeface="Hepta Slab"/>
              <a:cs typeface="Hepta Slab"/>
              <a:sym typeface="Hepta Slab"/>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Hepta Slab"/>
                <a:ea typeface="Hepta Slab"/>
                <a:cs typeface="Hepta Slab"/>
                <a:sym typeface="Hepta Slab"/>
              </a:rPr>
              <a:t>Highlight </a:t>
            </a:r>
            <a:r>
              <a:rPr b="1" lang="en" sz="1100">
                <a:solidFill>
                  <a:schemeClr val="dk1"/>
                </a:solidFill>
                <a:latin typeface="Hepta Slab"/>
                <a:ea typeface="Hepta Slab"/>
                <a:cs typeface="Hepta Slab"/>
                <a:sym typeface="Hepta Slab"/>
              </a:rPr>
              <a:t>high-value customers</a:t>
            </a:r>
            <a:r>
              <a:rPr lang="en" sz="1100">
                <a:solidFill>
                  <a:schemeClr val="dk1"/>
                </a:solidFill>
                <a:latin typeface="Hepta Slab"/>
                <a:ea typeface="Hepta Slab"/>
                <a:cs typeface="Hepta Slab"/>
                <a:sym typeface="Hepta Slab"/>
              </a:rPr>
              <a:t> driving significant revenue</a:t>
            </a:r>
            <a:endParaRPr sz="1100">
              <a:solidFill>
                <a:schemeClr val="dk1"/>
              </a:solidFill>
              <a:latin typeface="Hepta Slab"/>
              <a:ea typeface="Hepta Slab"/>
              <a:cs typeface="Hepta Slab"/>
              <a:sym typeface="Hepta Slab"/>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Hepta Slab"/>
                <a:ea typeface="Hepta Slab"/>
                <a:cs typeface="Hepta Slab"/>
                <a:sym typeface="Hepta Slab"/>
              </a:rPr>
              <a:t>Support strategic decisions on </a:t>
            </a:r>
            <a:r>
              <a:rPr b="1" lang="en" sz="1100">
                <a:solidFill>
                  <a:schemeClr val="dk1"/>
                </a:solidFill>
                <a:latin typeface="Hepta Slab"/>
                <a:ea typeface="Hepta Slab"/>
                <a:cs typeface="Hepta Slab"/>
                <a:sym typeface="Hepta Slab"/>
              </a:rPr>
              <a:t>product performance</a:t>
            </a:r>
            <a:r>
              <a:rPr lang="en" sz="1100">
                <a:solidFill>
                  <a:schemeClr val="dk1"/>
                </a:solidFill>
                <a:latin typeface="Hepta Slab"/>
                <a:ea typeface="Hepta Slab"/>
                <a:cs typeface="Hepta Slab"/>
                <a:sym typeface="Hepta Slab"/>
              </a:rPr>
              <a:t>, </a:t>
            </a:r>
            <a:r>
              <a:rPr b="1" lang="en" sz="1100">
                <a:solidFill>
                  <a:schemeClr val="dk1"/>
                </a:solidFill>
                <a:latin typeface="Hepta Slab"/>
                <a:ea typeface="Hepta Slab"/>
                <a:cs typeface="Hepta Slab"/>
                <a:sym typeface="Hepta Slab"/>
              </a:rPr>
              <a:t>customer engagement</a:t>
            </a:r>
            <a:r>
              <a:rPr lang="en" sz="1100">
                <a:solidFill>
                  <a:schemeClr val="dk1"/>
                </a:solidFill>
                <a:latin typeface="Hepta Slab"/>
                <a:ea typeface="Hepta Slab"/>
                <a:cs typeface="Hepta Slab"/>
                <a:sym typeface="Hepta Slab"/>
              </a:rPr>
              <a:t>, and </a:t>
            </a:r>
            <a:r>
              <a:rPr b="1" lang="en" sz="1100">
                <a:solidFill>
                  <a:schemeClr val="dk1"/>
                </a:solidFill>
                <a:latin typeface="Hepta Slab"/>
                <a:ea typeface="Hepta Slab"/>
                <a:cs typeface="Hepta Slab"/>
                <a:sym typeface="Hepta Slab"/>
              </a:rPr>
              <a:t>year-over-year growth</a:t>
            </a:r>
            <a:endParaRPr b="1" sz="1100">
              <a:solidFill>
                <a:schemeClr val="dk1"/>
              </a:solidFill>
              <a:latin typeface="Hepta Slab"/>
              <a:ea typeface="Hepta Slab"/>
              <a:cs typeface="Hepta Slab"/>
              <a:sym typeface="Hepta Slab"/>
            </a:endParaRPr>
          </a:p>
          <a:p>
            <a:pPr indent="0" lvl="0" marL="0" rtl="0" algn="l">
              <a:lnSpc>
                <a:spcPct val="115000"/>
              </a:lnSpc>
              <a:spcBef>
                <a:spcPts val="1200"/>
              </a:spcBef>
              <a:spcAft>
                <a:spcPts val="1200"/>
              </a:spcAft>
              <a:buNone/>
            </a:pPr>
            <a:r>
              <a:t/>
            </a:r>
            <a:endParaRPr sz="1100">
              <a:solidFill>
                <a:schemeClr val="dk1"/>
              </a:solidFill>
              <a:latin typeface="Hepta Slab"/>
              <a:ea typeface="Hepta Slab"/>
              <a:cs typeface="Hepta Slab"/>
              <a:sym typeface="Hepta Slab"/>
            </a:endParaRPr>
          </a:p>
        </p:txBody>
      </p:sp>
      <p:pic>
        <p:nvPicPr>
          <p:cNvPr id="445" name="Google Shape;445;p67" title="MarFlix_Dashboard.mov">
            <a:hlinkClick r:id="rId3"/>
          </p:cNvPr>
          <p:cNvPicPr preferRelativeResize="0"/>
          <p:nvPr/>
        </p:nvPicPr>
        <p:blipFill>
          <a:blip r:embed="rId4">
            <a:alphaModFix/>
          </a:blip>
          <a:stretch>
            <a:fillRect/>
          </a:stretch>
        </p:blipFill>
        <p:spPr>
          <a:xfrm>
            <a:off x="267750" y="1187425"/>
            <a:ext cx="6303923" cy="3551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1000"/>
                                        <p:tgtEl>
                                          <p:spTgt spid="4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8"/>
          <p:cNvSpPr txBox="1"/>
          <p:nvPr>
            <p:ph type="title"/>
          </p:nvPr>
        </p:nvSpPr>
        <p:spPr>
          <a:xfrm>
            <a:off x="366750" y="297625"/>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Reflection</a:t>
            </a:r>
            <a:endParaRPr sz="2500"/>
          </a:p>
        </p:txBody>
      </p:sp>
      <p:sp>
        <p:nvSpPr>
          <p:cNvPr id="451" name="Google Shape;451;p68"/>
          <p:cNvSpPr/>
          <p:nvPr/>
        </p:nvSpPr>
        <p:spPr>
          <a:xfrm rot="5400000">
            <a:off x="4462875" y="-3135475"/>
            <a:ext cx="35100" cy="8227500"/>
          </a:xfrm>
          <a:prstGeom prst="rect">
            <a:avLst/>
          </a:prstGeom>
          <a:solidFill>
            <a:srgbClr val="FFFF00"/>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Light"/>
              <a:ea typeface="Barlow Light"/>
              <a:cs typeface="Barlow Light"/>
              <a:sym typeface="Barlow Light"/>
            </a:endParaRPr>
          </a:p>
        </p:txBody>
      </p:sp>
      <p:sp>
        <p:nvSpPr>
          <p:cNvPr id="452" name="Google Shape;452;p68"/>
          <p:cNvSpPr txBox="1"/>
          <p:nvPr>
            <p:ph idx="6" type="subTitle"/>
          </p:nvPr>
        </p:nvSpPr>
        <p:spPr>
          <a:xfrm>
            <a:off x="404325" y="1093350"/>
            <a:ext cx="8227500" cy="384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Lessons Learned: </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AutoNum type="arabicPeriod"/>
            </a:pPr>
            <a:r>
              <a:rPr b="1" lang="en" sz="1200"/>
              <a:t>Keep dbt sources and schema tests in lockstep with the SQL</a:t>
            </a:r>
            <a:r>
              <a:rPr lang="en" sz="1200"/>
              <a:t>, our dim_date failed in the beginning because the source wasn’t declared and the YAML tested fulldate while the model actually selected date.</a:t>
            </a:r>
            <a:endParaRPr sz="1200"/>
          </a:p>
          <a:p>
            <a:pPr indent="0" lvl="0" marL="457200" rtl="0" algn="l">
              <a:spcBef>
                <a:spcPts val="0"/>
              </a:spcBef>
              <a:spcAft>
                <a:spcPts val="0"/>
              </a:spcAft>
              <a:buNone/>
            </a:pPr>
            <a:r>
              <a:t/>
            </a:r>
            <a:endParaRPr sz="1200"/>
          </a:p>
          <a:p>
            <a:pPr indent="-304800" lvl="0" marL="457200" rtl="0" algn="l">
              <a:spcBef>
                <a:spcPts val="0"/>
              </a:spcBef>
              <a:spcAft>
                <a:spcPts val="0"/>
              </a:spcAft>
              <a:buSzPts val="1200"/>
              <a:buAutoNum type="arabicPeriod"/>
            </a:pPr>
            <a:r>
              <a:rPr b="1" lang="en" sz="1200"/>
              <a:t>Ensure that the date dimension includes the full range of dates present in the fact table.</a:t>
            </a:r>
            <a:r>
              <a:rPr lang="en" sz="1200"/>
              <a:t> Initially, our revenue trend visual was blank because the transaction dates in the fact table were missing from the date dimension. We resolved this by generating 50 years of dates in the date dimension to ensure proper alignment and accurate visualizations.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Future Considerations:</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AutoNum type="arabicPeriod"/>
            </a:pPr>
            <a:r>
              <a:rPr b="1" lang="en" sz="1200"/>
              <a:t>Standardize column naming and keys in a shared conventions doc</a:t>
            </a:r>
            <a:r>
              <a:rPr lang="en" sz="1200"/>
              <a:t> so model SQL and YAML tests stay aligned as the project evolves.</a:t>
            </a:r>
            <a:endParaRPr sz="1200"/>
          </a:p>
          <a:p>
            <a:pPr indent="0" lvl="0" marL="914400" rtl="0" algn="l">
              <a:spcBef>
                <a:spcPts val="0"/>
              </a:spcBef>
              <a:spcAft>
                <a:spcPts val="0"/>
              </a:spcAft>
              <a:buNone/>
            </a:pPr>
            <a:r>
              <a:t/>
            </a:r>
            <a:endParaRPr sz="1200"/>
          </a:p>
          <a:p>
            <a:pPr indent="-304800" lvl="0" marL="457200" rtl="0" algn="l">
              <a:spcBef>
                <a:spcPts val="0"/>
              </a:spcBef>
              <a:spcAft>
                <a:spcPts val="0"/>
              </a:spcAft>
              <a:buSzPts val="1200"/>
              <a:buAutoNum type="arabicPeriod"/>
            </a:pPr>
            <a:r>
              <a:rPr b="1" lang="en" sz="1200"/>
              <a:t>Include more KPIs</a:t>
            </a:r>
            <a:r>
              <a:rPr lang="en" sz="1200"/>
              <a:t> like profit margin, location wise sales .</a:t>
            </a:r>
            <a:endParaRPr sz="1200"/>
          </a:p>
          <a:p>
            <a:pPr indent="0" lvl="0" marL="914400" rtl="0" algn="l">
              <a:spcBef>
                <a:spcPts val="0"/>
              </a:spcBef>
              <a:spcAft>
                <a:spcPts val="0"/>
              </a:spcAft>
              <a:buNone/>
            </a:pPr>
            <a:r>
              <a:t/>
            </a:r>
            <a:endParaRPr sz="1200"/>
          </a:p>
          <a:p>
            <a:pPr indent="-304800" lvl="0" marL="457200" rtl="0" algn="l">
              <a:spcBef>
                <a:spcPts val="0"/>
              </a:spcBef>
              <a:spcAft>
                <a:spcPts val="0"/>
              </a:spcAft>
              <a:buSzPts val="1200"/>
              <a:buAutoNum type="arabicPeriod"/>
            </a:pPr>
            <a:r>
              <a:rPr lang="en" sz="1200"/>
              <a:t>Consider </a:t>
            </a:r>
            <a:r>
              <a:rPr b="1" lang="en" sz="1200"/>
              <a:t>real time data</a:t>
            </a:r>
            <a:r>
              <a:rPr lang="en" sz="1200"/>
              <a:t> source or scheduled refresh.</a:t>
            </a:r>
            <a:endParaRPr sz="1200"/>
          </a:p>
          <a:p>
            <a:pPr indent="0" lvl="0" marL="457200" rtl="0" algn="l">
              <a:spcBef>
                <a:spcPts val="0"/>
              </a:spcBef>
              <a:spcAft>
                <a:spcPts val="0"/>
              </a:spcAft>
              <a:buNone/>
            </a:pPr>
            <a:r>
              <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ategy Plan">
  <a:themeElements>
    <a:clrScheme name="Simple Light">
      <a:dk1>
        <a:srgbClr val="FFFFFF"/>
      </a:dk1>
      <a:lt1>
        <a:srgbClr val="000000"/>
      </a:lt1>
      <a:dk2>
        <a:srgbClr val="999999"/>
      </a:dk2>
      <a:lt2>
        <a:srgbClr val="FFECD1"/>
      </a:lt2>
      <a:accent1>
        <a:srgbClr val="AC6600"/>
      </a:accent1>
      <a:accent2>
        <a:srgbClr val="5E7F00"/>
      </a:accent2>
      <a:accent3>
        <a:srgbClr val="2322EF"/>
      </a:accent3>
      <a:accent4>
        <a:srgbClr val="DDDDFF"/>
      </a:accent4>
      <a:accent5>
        <a:srgbClr val="EFEFEF"/>
      </a:accent5>
      <a:accent6>
        <a:srgbClr val="F7FEEB"/>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